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2e5db623-0fee-3e39-e267-cc09f3eec6e9}">
          <p14:sldIdLst>
            <p14:sldId id="256"/>
            <p14:sldId id="257"/>
            <p14:sldId id="258"/>
            <p14:sldId id="259"/>
            <p14:sldId id="260"/>
          </p14:sldIdLst>
        </p14:section>
        <p14:section name="Findings" id="{cd3176e4-5652-bb4c-2e88-7a845ffac94a}">
          <p14:sldIdLst>
            <p14:sldId id="261"/>
            <p14:sldId id="262"/>
            <p14:sldId id="263"/>
            <p14:sldId id="264"/>
            <p14:sldId id="265"/>
            <p14:sldId id="266"/>
            <p14:sldId id="267"/>
            <p14:sldId id="268"/>
          </p14:sldIdLst>
        </p14:section>
        <p14:section name="Method" id="{68dd327d-1ec8-f412-8774-5763a30c990a}">
          <p14:sldIdLst>
            <p14:sldId id="269"/>
            <p14:sldId id="270"/>
            <p14:sldId id="271"/>
            <p14:sldId id="272"/>
            <p14:sldId id="273"/>
            <p14:sldId id="274"/>
            <p14:sldId id="275"/>
          </p14:sldIdLst>
        </p14:section>
        <p14:section name="Next" id="{2c0fdc28-3662-9db2-84f7-f5a109e3012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2026-10-19T19:34:07Z</dcterms:created>
  <dcterms:modified xsi:type="dcterms:W3CDTF">2026-10-19T19:34:07Z</dcterms:modified>
</cp:coreProperties>
</file>