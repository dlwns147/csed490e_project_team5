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d59dc68c-b77f-81ac-6005-6d49075076f4}">
          <p14:sldIdLst>
            <p14:sldId id="256"/>
            <p14:sldId id="257"/>
            <p14:sldId id="258"/>
            <p14:sldId id="259"/>
            <p14:sldId id="260"/>
          </p14:sldIdLst>
        </p14:section>
        <p14:section name="Findings" id="{c2d11459-5dba-f727-1c4c-f8b05c0ed12c}">
          <p14:sldIdLst>
            <p14:sldId id="261"/>
            <p14:sldId id="262"/>
            <p14:sldId id="263"/>
            <p14:sldId id="264"/>
            <p14:sldId id="265"/>
            <p14:sldId id="266"/>
            <p14:sldId id="267"/>
            <p14:sldId id="268"/>
          </p14:sldIdLst>
        </p14:section>
        <p14:section name="Method" id="{241931d1-e418-e5e9-0a12-b633e8f61e6e}">
          <p14:sldIdLst>
            <p14:sldId id="269"/>
            <p14:sldId id="270"/>
            <p14:sldId id="271"/>
            <p14:sldId id="272"/>
            <p14:sldId id="273"/>
            <p14:sldId id="274"/>
            <p14:sldId id="275"/>
          </p14:sldIdLst>
        </p14:section>
        <p14:section name="Next" id="{b908e79f-d49b-f575-598d-eeb41b950870}">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2026-10-19T14:50:03Z</dcterms:created>
  <dcterms:modified xsi:type="dcterms:W3CDTF">2026-10-19T14:50:03Z</dcterms:modified>
</cp:coreProperties>
</file>