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e18d1547-2d64-ca9f-a368-baa64ebd6b84}">
          <p14:sldIdLst>
            <p14:sldId id="256"/>
            <p14:sldId id="257"/>
            <p14:sldId id="258"/>
            <p14:sldId id="259"/>
            <p14:sldId id="260"/>
          </p14:sldIdLst>
        </p14:section>
        <p14:section name="Findings" id="{8dc2ffc2-c344-9381-3151-6c99d772e962}">
          <p14:sldIdLst>
            <p14:sldId id="261"/>
            <p14:sldId id="262"/>
            <p14:sldId id="263"/>
            <p14:sldId id="264"/>
            <p14:sldId id="265"/>
            <p14:sldId id="266"/>
            <p14:sldId id="267"/>
            <p14:sldId id="268"/>
          </p14:sldIdLst>
        </p14:section>
        <p14:section name="Method" id="{ae14a483-0c13-875b-2736-2c67b6ee1eac}">
          <p14:sldIdLst>
            <p14:sldId id="269"/>
            <p14:sldId id="270"/>
            <p14:sldId id="271"/>
            <p14:sldId id="272"/>
            <p14:sldId id="273"/>
            <p14:sldId id="274"/>
            <p14:sldId id="275"/>
          </p14:sldIdLst>
        </p14:section>
        <p14:section name="Next" id="{58d2d34b-8ef8-59ab-2743-ad9e30546fe5}">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57"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2026-10-19T14:15:06Z</dcterms:created>
  <dcterms:modified xsi:type="dcterms:W3CDTF">2026-10-19T14:15:06Z</dcterms:modified>
</cp:coreProperties>
</file>