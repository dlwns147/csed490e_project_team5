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1e1abfc-d705-8567-bd70-f143fb7c430c}">
          <p14:sldIdLst>
            <p14:sldId id="256"/>
            <p14:sldId id="257"/>
            <p14:sldId id="258"/>
            <p14:sldId id="259"/>
            <p14:sldId id="260"/>
          </p14:sldIdLst>
        </p14:section>
        <p14:section name="Findings" id="{08bf928b-09bb-30ba-4931-91d1b56bfdd5}">
          <p14:sldIdLst>
            <p14:sldId id="261"/>
            <p14:sldId id="262"/>
            <p14:sldId id="263"/>
            <p14:sldId id="264"/>
            <p14:sldId id="265"/>
            <p14:sldId id="266"/>
            <p14:sldId id="267"/>
            <p14:sldId id="268"/>
          </p14:sldIdLst>
        </p14:section>
        <p14:section name="Method" id="{f80db440-4a18-d111-91a3-beacc4b294fc}">
          <p14:sldIdLst>
            <p14:sldId id="269"/>
            <p14:sldId id="270"/>
            <p14:sldId id="271"/>
            <p14:sldId id="272"/>
            <p14:sldId id="273"/>
            <p14:sldId id="274"/>
            <p14:sldId id="275"/>
          </p14:sldIdLst>
        </p14:section>
        <p14:section name="Next" id="{71ff919d-b0f2-ab8c-2541-191922c6c6f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2026-10-19T19:30:36Z</dcterms:created>
  <dcterms:modified xsi:type="dcterms:W3CDTF">2026-10-19T19:30:36Z</dcterms:modified>
</cp:coreProperties>
</file>