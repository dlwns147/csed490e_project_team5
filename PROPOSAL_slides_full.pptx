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30dbc911-6b24-8d81-6018-b2862f84252b}">
          <p14:sldIdLst>
            <p14:sldId id="256"/>
            <p14:sldId id="257"/>
            <p14:sldId id="258"/>
            <p14:sldId id="259"/>
            <p14:sldId id="260"/>
          </p14:sldIdLst>
        </p14:section>
        <p14:section name="Findings" id="{20eae6fa-d0cb-7e37-33af-907f70ffa849}">
          <p14:sldIdLst>
            <p14:sldId id="261"/>
            <p14:sldId id="262"/>
            <p14:sldId id="263"/>
            <p14:sldId id="264"/>
            <p14:sldId id="265"/>
            <p14:sldId id="266"/>
            <p14:sldId id="267"/>
            <p14:sldId id="268"/>
          </p14:sldIdLst>
        </p14:section>
        <p14:section name="Method" id="{38362659-db73-c4c2-a972-b183ae13091e}">
          <p14:sldIdLst>
            <p14:sldId id="269"/>
            <p14:sldId id="270"/>
            <p14:sldId id="271"/>
            <p14:sldId id="272"/>
            <p14:sldId id="273"/>
            <p14:sldId id="274"/>
            <p14:sldId id="275"/>
          </p14:sldIdLst>
        </p14:section>
        <p14:section name="Next" id="{431d4dc3-4747-1d3a-7e21-c9c5ac5c18f6}">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57"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2026-10-19T13:37:24Z</dcterms:created>
  <dcterms:modified xsi:type="dcterms:W3CDTF">2026-10-19T13:37:24Z</dcterms:modified>
</cp:coreProperties>
</file>