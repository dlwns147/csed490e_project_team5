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48d8d1af-4a29-c603-e0bb-02deb6eec10e}">
          <p14:sldIdLst>
            <p14:sldId id="256"/>
            <p14:sldId id="257"/>
            <p14:sldId id="258"/>
            <p14:sldId id="259"/>
            <p14:sldId id="260"/>
          </p14:sldIdLst>
        </p14:section>
        <p14:section name="Findings" id="{29c05d15-7d43-a2e5-d6da-70a882c51ced}">
          <p14:sldIdLst>
            <p14:sldId id="261"/>
            <p14:sldId id="262"/>
            <p14:sldId id="263"/>
            <p14:sldId id="264"/>
            <p14:sldId id="265"/>
            <p14:sldId id="266"/>
            <p14:sldId id="267"/>
            <p14:sldId id="268"/>
          </p14:sldIdLst>
        </p14:section>
        <p14:section name="Method" id="{68e22f4d-a864-bda6-24ab-e753a742ec66}">
          <p14:sldIdLst>
            <p14:sldId id="269"/>
            <p14:sldId id="270"/>
            <p14:sldId id="271"/>
            <p14:sldId id="272"/>
            <p14:sldId id="273"/>
            <p14:sldId id="274"/>
            <p14:sldId id="275"/>
          </p14:sldIdLst>
        </p14:section>
        <p14:section name="Next" id="{94813173-62e7-1b6c-fd78-bad79fc8aa0f}">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2026-10-19T19:31:43Z</dcterms:created>
  <dcterms:modified xsi:type="dcterms:W3CDTF">2026-10-19T19:31:43Z</dcterms:modified>
</cp:coreProperties>
</file>