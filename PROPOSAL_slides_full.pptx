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98ba3b3e-b56d-5537-5b53-7357399bf26e}">
          <p14:sldIdLst>
            <p14:sldId id="256"/>
            <p14:sldId id="257"/>
            <p14:sldId id="258"/>
            <p14:sldId id="259"/>
            <p14:sldId id="260"/>
          </p14:sldIdLst>
        </p14:section>
        <p14:section name="Findings" id="{e9914dc0-81fd-9676-34bd-7a965f109d13}">
          <p14:sldIdLst>
            <p14:sldId id="261"/>
            <p14:sldId id="262"/>
            <p14:sldId id="263"/>
            <p14:sldId id="264"/>
            <p14:sldId id="265"/>
            <p14:sldId id="266"/>
            <p14:sldId id="267"/>
            <p14:sldId id="268"/>
          </p14:sldIdLst>
        </p14:section>
        <p14:section name="Method" id="{b8e51dca-099f-6427-73c3-7f1cadea9c31}">
          <p14:sldIdLst>
            <p14:sldId id="269"/>
            <p14:sldId id="270"/>
            <p14:sldId id="271"/>
            <p14:sldId id="272"/>
            <p14:sldId id="273"/>
            <p14:sldId id="274"/>
            <p14:sldId id="275"/>
          </p14:sldIdLst>
        </p14:section>
        <p14:section name="Next" id="{b43fac82-f3a2-6a4c-ba50-b05e9fb4d7a7}">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57"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All 624 problems,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All 624 problems,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All 624 problems,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2026-10-19T14:02:56Z</dcterms:created>
  <dcterms:modified xsi:type="dcterms:W3CDTF">2026-10-19T14:02:56Z</dcterms:modified>
</cp:coreProperties>
</file>