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4fda2878-e236-f408-b8f2-07610f7b07fd}">
          <p14:sldIdLst>
            <p14:sldId id="256"/>
            <p14:sldId id="257"/>
            <p14:sldId id="258"/>
            <p14:sldId id="259"/>
            <p14:sldId id="260"/>
          </p14:sldIdLst>
        </p14:section>
        <p14:section name="Findings" id="{2b079878-bf72-dfbb-bf70-146c7ab119d4}">
          <p14:sldIdLst>
            <p14:sldId id="261"/>
            <p14:sldId id="262"/>
            <p14:sldId id="263"/>
            <p14:sldId id="264"/>
            <p14:sldId id="265"/>
            <p14:sldId id="266"/>
            <p14:sldId id="267"/>
            <p14:sldId id="268"/>
          </p14:sldIdLst>
        </p14:section>
        <p14:section name="Method" id="{f6a2eb0e-714c-88ec-a4de-ce4998c1cb1d}">
          <p14:sldIdLst>
            <p14:sldId id="269"/>
            <p14:sldId id="270"/>
            <p14:sldId id="271"/>
            <p14:sldId id="272"/>
            <p14:sldId id="273"/>
            <p14:sldId id="274"/>
            <p14:sldId id="275"/>
          </p14:sldIdLst>
        </p14:section>
        <p14:section name="Next" id="{45c074d6-0e49-2323-9043-98a647000819}">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2026-10-19T19:53:13Z</dcterms:created>
  <dcterms:modified xsi:type="dcterms:W3CDTF">2026-10-19T19:53:13Z</dcterms:modified>
</cp:coreProperties>
</file>