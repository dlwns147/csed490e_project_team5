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e1dc72de-ba43-d1c5-ea9a-45333dc4bdfa}">
          <p14:sldIdLst>
            <p14:sldId id="256"/>
            <p14:sldId id="257"/>
            <p14:sldId id="258"/>
            <p14:sldId id="259"/>
            <p14:sldId id="260"/>
          </p14:sldIdLst>
        </p14:section>
        <p14:section name="Findings" id="{d5f9b0ef-d5c3-fc30-362f-88b41bbc96be}">
          <p14:sldIdLst>
            <p14:sldId id="261"/>
            <p14:sldId id="262"/>
            <p14:sldId id="263"/>
            <p14:sldId id="264"/>
            <p14:sldId id="265"/>
            <p14:sldId id="266"/>
            <p14:sldId id="267"/>
            <p14:sldId id="268"/>
          </p14:sldIdLst>
        </p14:section>
        <p14:section name="Method" id="{6dae0efe-6ad7-c0c1-8169-3c9f70fc7ad8}">
          <p14:sldIdLst>
            <p14:sldId id="269"/>
            <p14:sldId id="270"/>
            <p14:sldId id="271"/>
            <p14:sldId id="272"/>
            <p14:sldId id="273"/>
            <p14:sldId id="274"/>
            <p14:sldId id="275"/>
          </p14:sldIdLst>
        </p14:section>
        <p14:section name="Next" id="{524c89ef-ac54-9d38-9de8-c5a5082c722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2026-10-19T19:00:50Z</dcterms:created>
  <dcterms:modified xsi:type="dcterms:W3CDTF">2026-10-19T19:00:50Z</dcterms:modified>
</cp:coreProperties>
</file>