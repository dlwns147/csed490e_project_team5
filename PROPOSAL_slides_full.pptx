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510f7ea-ace1-d77b-bcca-910aa462349e}">
          <p14:sldIdLst>
            <p14:sldId id="256"/>
            <p14:sldId id="257"/>
            <p14:sldId id="258"/>
            <p14:sldId id="259"/>
            <p14:sldId id="260"/>
          </p14:sldIdLst>
        </p14:section>
        <p14:section name="Findings" id="{4a05eb01-9a64-d453-4813-19ffa859e914}">
          <p14:sldIdLst>
            <p14:sldId id="261"/>
            <p14:sldId id="262"/>
            <p14:sldId id="263"/>
            <p14:sldId id="264"/>
            <p14:sldId id="265"/>
            <p14:sldId id="266"/>
            <p14:sldId id="267"/>
            <p14:sldId id="268"/>
          </p14:sldIdLst>
        </p14:section>
        <p14:section name="Method" id="{473addb1-b270-a5e1-97ef-dff5d210d164}">
          <p14:sldIdLst>
            <p14:sldId id="269"/>
            <p14:sldId id="270"/>
            <p14:sldId id="271"/>
            <p14:sldId id="272"/>
            <p14:sldId id="273"/>
            <p14:sldId id="274"/>
            <p14:sldId id="275"/>
          </p14:sldIdLst>
        </p14:section>
        <p14:section name="Next" id="{43ac47c1-ce4c-c20c-dd7f-7c94bf8a370e}">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2026-10-19T12:47:28Z</dcterms:created>
  <dcterms:modified xsi:type="dcterms:W3CDTF">2026-10-19T12:47:28Z</dcterms:modified>
</cp:coreProperties>
</file>