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6eeaf727-b504-38b1-c9cb-6e01ca9bed87}">
          <p14:sldIdLst>
            <p14:sldId id="256"/>
            <p14:sldId id="257"/>
            <p14:sldId id="258"/>
            <p14:sldId id="259"/>
            <p14:sldId id="260"/>
          </p14:sldIdLst>
        </p14:section>
        <p14:section name="Findings" id="{b2ea56f5-bcf5-eb2e-f4d0-6dd1c13b10d8}">
          <p14:sldIdLst>
            <p14:sldId id="261"/>
            <p14:sldId id="262"/>
            <p14:sldId id="263"/>
            <p14:sldId id="264"/>
            <p14:sldId id="265"/>
            <p14:sldId id="266"/>
            <p14:sldId id="267"/>
            <p14:sldId id="268"/>
          </p14:sldIdLst>
        </p14:section>
        <p14:section name="Method" id="{b994445e-f5ee-18ec-0edc-8632b453d5d1}">
          <p14:sldIdLst>
            <p14:sldId id="269"/>
            <p14:sldId id="270"/>
            <p14:sldId id="271"/>
            <p14:sldId id="272"/>
            <p14:sldId id="273"/>
            <p14:sldId id="274"/>
            <p14:sldId id="275"/>
          </p14:sldIdLst>
        </p14:section>
        <p14:section name="Next" id="{8edcc0ae-0a07-785b-5774-0d74c306006c}">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2026-10-19T19:57:04Z</dcterms:created>
  <dcterms:modified xsi:type="dcterms:W3CDTF">2026-10-19T19:57:04Z</dcterms:modified>
</cp:coreProperties>
</file>