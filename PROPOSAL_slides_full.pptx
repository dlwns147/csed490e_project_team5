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b28a6c8-16b3-cb88-b653-9b0521213825}">
          <p14:sldIdLst>
            <p14:sldId id="256"/>
            <p14:sldId id="257"/>
            <p14:sldId id="258"/>
            <p14:sldId id="259"/>
            <p14:sldId id="260"/>
          </p14:sldIdLst>
        </p14:section>
        <p14:section name="Findings" id="{acfcf204-df19-7ce4-7c15-0317276e9edf}">
          <p14:sldIdLst>
            <p14:sldId id="261"/>
            <p14:sldId id="262"/>
            <p14:sldId id="263"/>
            <p14:sldId id="264"/>
            <p14:sldId id="265"/>
            <p14:sldId id="266"/>
            <p14:sldId id="267"/>
            <p14:sldId id="268"/>
          </p14:sldIdLst>
        </p14:section>
        <p14:section name="Method" id="{bd522700-be31-7c67-c3cd-55c3b4d6a36a}">
          <p14:sldIdLst>
            <p14:sldId id="269"/>
            <p14:sldId id="270"/>
            <p14:sldId id="271"/>
            <p14:sldId id="272"/>
            <p14:sldId id="273"/>
            <p14:sldId id="274"/>
            <p14:sldId id="275"/>
          </p14:sldIdLst>
        </p14:section>
        <p14:section name="Next" id="{dea48643-2341-9bb5-8966-a30f8b814df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2026-10-19T18:30:41Z</dcterms:created>
  <dcterms:modified xsi:type="dcterms:W3CDTF">2026-10-19T18:30:41Z</dcterms:modified>
</cp:coreProperties>
</file>