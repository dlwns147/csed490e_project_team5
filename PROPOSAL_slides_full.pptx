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15e617f5-9be5-4159-8078-1d110230df6b}">
          <p14:sldIdLst>
            <p14:sldId id="256"/>
            <p14:sldId id="257"/>
            <p14:sldId id="258"/>
            <p14:sldId id="259"/>
            <p14:sldId id="260"/>
          </p14:sldIdLst>
        </p14:section>
        <p14:section name="Findings" id="{0818b397-03a9-bd70-e776-cbf5d13b1d7b}">
          <p14:sldIdLst>
            <p14:sldId id="261"/>
            <p14:sldId id="262"/>
            <p14:sldId id="263"/>
            <p14:sldId id="264"/>
            <p14:sldId id="265"/>
            <p14:sldId id="266"/>
            <p14:sldId id="267"/>
            <p14:sldId id="268"/>
          </p14:sldIdLst>
        </p14:section>
        <p14:section name="Method" id="{f26d0da5-1f58-1e0e-4847-be58d43ec767}">
          <p14:sldIdLst>
            <p14:sldId id="269"/>
            <p14:sldId id="270"/>
            <p14:sldId id="271"/>
            <p14:sldId id="272"/>
            <p14:sldId id="273"/>
            <p14:sldId id="274"/>
            <p14:sldId id="275"/>
          </p14:sldIdLst>
        </p14:section>
        <p14:section name="Next" id="{6215d250-2ec0-6875-9327-a06c02000093}">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2026-10-19T19:51:26Z</dcterms:created>
  <dcterms:modified xsi:type="dcterms:W3CDTF">2026-10-19T19:51:26Z</dcterms:modified>
</cp:coreProperties>
</file>