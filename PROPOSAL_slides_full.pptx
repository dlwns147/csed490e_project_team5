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42cba210-0bbd-0cdf-abb6-88056e2595c5}">
          <p14:sldIdLst>
            <p14:sldId id="256"/>
            <p14:sldId id="257"/>
            <p14:sldId id="258"/>
            <p14:sldId id="259"/>
            <p14:sldId id="260"/>
          </p14:sldIdLst>
        </p14:section>
        <p14:section name="Findings" id="{4309c658-37c0-5962-c000-7f543e101033}">
          <p14:sldIdLst>
            <p14:sldId id="261"/>
            <p14:sldId id="262"/>
            <p14:sldId id="263"/>
            <p14:sldId id="264"/>
            <p14:sldId id="265"/>
            <p14:sldId id="266"/>
            <p14:sldId id="267"/>
            <p14:sldId id="268"/>
          </p14:sldIdLst>
        </p14:section>
        <p14:section name="Method" id="{4a98b612-7bd1-f168-8400-e0ef9814a796}">
          <p14:sldIdLst>
            <p14:sldId id="269"/>
            <p14:sldId id="270"/>
            <p14:sldId id="271"/>
            <p14:sldId id="272"/>
            <p14:sldId id="273"/>
            <p14:sldId id="274"/>
            <p14:sldId id="275"/>
          </p14:sldIdLst>
        </p14:section>
        <p14:section name="Next" id="{d6886bd1-c58a-029b-c293-7068f6745da6}">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2026-10-20T01:24:22Z</dcterms:created>
  <dcterms:modified xsi:type="dcterms:W3CDTF">2026-10-20T01:24:22Z</dcterms:modified>
</cp:coreProperties>
</file>