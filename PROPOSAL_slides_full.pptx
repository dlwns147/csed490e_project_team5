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ca2af707-28af-500a-bfd7-a16c80e1888f}">
          <p14:sldIdLst>
            <p14:sldId id="256"/>
            <p14:sldId id="257"/>
            <p14:sldId id="258"/>
            <p14:sldId id="259"/>
            <p14:sldId id="260"/>
          </p14:sldIdLst>
        </p14:section>
        <p14:section name="Findings" id="{0887e2fa-c331-c75b-573b-6bbf54101ec8}">
          <p14:sldIdLst>
            <p14:sldId id="261"/>
            <p14:sldId id="262"/>
            <p14:sldId id="263"/>
            <p14:sldId id="264"/>
            <p14:sldId id="265"/>
            <p14:sldId id="266"/>
            <p14:sldId id="267"/>
            <p14:sldId id="268"/>
          </p14:sldIdLst>
        </p14:section>
        <p14:section name="Method" id="{d359d050-23c7-a044-dca3-4da88b860e80}">
          <p14:sldIdLst>
            <p14:sldId id="269"/>
            <p14:sldId id="270"/>
            <p14:sldId id="271"/>
            <p14:sldId id="272"/>
            <p14:sldId id="273"/>
            <p14:sldId id="274"/>
            <p14:sldId id="275"/>
          </p14:sldIdLst>
        </p14:section>
        <p14:section name="Next" id="{32531df3-4ce8-55a7-80b8-5ec1615981a9}">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2026-10-19T20:14:44Z</dcterms:created>
  <dcterms:modified xsi:type="dcterms:W3CDTF">2026-10-19T20:14:44Z</dcterms:modified>
</cp:coreProperties>
</file>