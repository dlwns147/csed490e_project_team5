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93c9709a-13d9-e71c-0a96-a1ce64a23c88}">
          <p14:sldIdLst>
            <p14:sldId id="256"/>
            <p14:sldId id="257"/>
            <p14:sldId id="258"/>
            <p14:sldId id="259"/>
            <p14:sldId id="260"/>
          </p14:sldIdLst>
        </p14:section>
        <p14:section name="Findings" id="{fd344979-2e96-b1ed-8fdf-3e4aa0a7fa8a}">
          <p14:sldIdLst>
            <p14:sldId id="261"/>
            <p14:sldId id="262"/>
            <p14:sldId id="263"/>
            <p14:sldId id="264"/>
            <p14:sldId id="265"/>
            <p14:sldId id="266"/>
            <p14:sldId id="267"/>
            <p14:sldId id="268"/>
          </p14:sldIdLst>
        </p14:section>
        <p14:section name="Method" id="{4e7e270f-f22c-84e8-6a49-6ab25842c25d}">
          <p14:sldIdLst>
            <p14:sldId id="269"/>
            <p14:sldId id="270"/>
            <p14:sldId id="271"/>
            <p14:sldId id="272"/>
            <p14:sldId id="273"/>
            <p14:sldId id="274"/>
            <p14:sldId id="275"/>
          </p14:sldIdLst>
        </p14:section>
        <p14:section name="Next" id="{3485961f-4856-4f6c-46fc-032492bc2ca5}">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2026-10-19T20:00:18Z</dcterms:created>
  <dcterms:modified xsi:type="dcterms:W3CDTF">2026-10-19T20:00:18Z</dcterms:modified>
</cp:coreProperties>
</file>