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97195fd4-1343-4554-475d-c574fefa2934}">
          <p14:sldIdLst>
            <p14:sldId id="256"/>
            <p14:sldId id="257"/>
            <p14:sldId id="258"/>
            <p14:sldId id="259"/>
            <p14:sldId id="260"/>
          </p14:sldIdLst>
        </p14:section>
        <p14:section name="Findings" id="{c82bfc8f-603a-87c1-8e23-fa88c7ea94bc}">
          <p14:sldIdLst>
            <p14:sldId id="261"/>
            <p14:sldId id="262"/>
            <p14:sldId id="263"/>
            <p14:sldId id="264"/>
            <p14:sldId id="265"/>
            <p14:sldId id="266"/>
            <p14:sldId id="267"/>
            <p14:sldId id="268"/>
          </p14:sldIdLst>
        </p14:section>
        <p14:section name="Method" id="{be262bd9-2e12-0a63-d8a0-972ecb4b0752}">
          <p14:sldIdLst>
            <p14:sldId id="269"/>
            <p14:sldId id="270"/>
            <p14:sldId id="271"/>
            <p14:sldId id="272"/>
            <p14:sldId id="273"/>
            <p14:sldId id="274"/>
            <p14:sldId id="275"/>
          </p14:sldIdLst>
        </p14:section>
        <p14:section name="Next" id="{49a431e3-28c4-e62c-7a50-03a7b1db0cda}">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whole manual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five lines showing the exact call it writes the right one. Thinking longer cannot supply a fact it does not have (3 of 100).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(624 problems);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POSTECH CSED490E (Graduate NLP) · Team 5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whole manual</a:t>
            </a:r>
            <a:endParaRPr lang="en-US" sz="1300" dirty="0"/>
          </a:p>
        </p:txBody>
      </p:sp>
      <p:sp>
        <p:nvSpPr>
          <p:cNvPr id="13" name="Add the missing fact whole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5 exact lines</a:t>
            </a:r>
            <a:endParaRPr lang="en-US" sz="1300" dirty="0"/>
          </a:p>
        </p:txBody>
      </p:sp>
      <p:sp>
        <p:nvSpPr>
          <p:cNvPr id="16" name="Add the missing fact 5 exact lines"/>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high on failure</a:t>
            </a:r>
            <a:endParaRPr lang="en-US" sz="1300" dirty="0"/>
          </a:p>
        </p:txBody>
      </p:sp>
      <p:sp>
        <p:nvSpPr>
          <p:cNvPr id="49" name="Think only on failure high on failure"/>
          <p:cNvSpPr/>
          <p:nvPr/>
        </p:nvSpPr>
        <p:spPr>
          <a:xfrm>
            <a:off x="2029968" y="5212080"/>
            <a:ext cx="757809" cy="237744"/>
          </a:xfrm>
          <a:prstGeom prst="rect">
            <a:avLst/>
          </a:prstGeom>
          <a:solidFill>
            <a:srgbClr val="4472C4"/>
          </a:solidFill>
          <a:ln w="6350">
            <a:solidFill>
              <a:srgbClr val="4472C4"/>
            </a:solidFill>
            <a:prstDash val="solid"/>
          </a:ln>
        </p:spPr>
      </p:sp>
      <p:sp>
        <p:nvSpPr>
          <p:cNvPr id="50" name="Text 48"/>
          <p:cNvSpPr txBox="1"/>
          <p:nvPr/>
        </p:nvSpPr>
        <p:spPr>
          <a:xfrm>
            <a:off x="2842641" y="516636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1" name="Text 49"/>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2" name="Text 50"/>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3" name="Text 51"/>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4"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5" name="Text 53"/>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6" name="Text 54"/>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 (DC)</a:t>
            </a:r>
            <a:endParaRPr lang="en-US" sz="1300" dirty="0"/>
          </a:p>
        </p:txBody>
      </p:sp>
      <p:sp>
        <p:nvSpPr>
          <p:cNvPr id="57" name="Reuse a checked program own notes (DC)"/>
          <p:cNvSpPr/>
          <p:nvPr/>
        </p:nvSpPr>
        <p:spPr>
          <a:xfrm>
            <a:off x="5824728" y="5212080"/>
            <a:ext cx="411480" cy="237744"/>
          </a:xfrm>
          <a:prstGeom prst="rect">
            <a:avLst/>
          </a:prstGeom>
          <a:solidFill>
            <a:srgbClr val="A5A5A5"/>
          </a:solidFill>
          <a:ln w="6350">
            <a:solidFill>
              <a:srgbClr val="A5A5A5"/>
            </a:solidFill>
            <a:prstDash val="solid"/>
          </a:ln>
        </p:spPr>
      </p:sp>
      <p:sp>
        <p:nvSpPr>
          <p:cNvPr id="58" name="Text 56"/>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59" name="Text 57"/>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0"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1" name="Text 59"/>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2" name="Text 60"/>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3" name="Text 61"/>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624 problems, 3 models: % · tokens</a:t>
            </a:r>
            <a:endParaRPr lang="en-US" sz="1200" dirty="0"/>
          </a:p>
        </p:txBody>
      </p:sp>
      <p:sp>
        <p:nvSpPr>
          <p:cNvPr id="64" name="Text 62"/>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5"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6" name="Text 64"/>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67" name="Text 65"/>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68"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69" name="Text 67"/>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0" name="Text 68"/>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1"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2" name="Text 70"/>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5 lines of exact usage"/>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+ 5 lines of exact usage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Out of 100 routing problems, how many it solves best:</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5 exact lines</a:t>
            </a:r>
            <a:endParaRPr lang="en-US" sz="1600" dirty="0"/>
          </a:p>
        </p:txBody>
      </p:sp>
      <p:sp>
        <p:nvSpPr>
          <p:cNvPr id="27" name="bar 5 exact lines"/>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same 66% solved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on a failed check</a:t>
            </a:r>
            <a:endParaRPr lang="en-US" sz="1600" dirty="0"/>
          </a:p>
        </p:txBody>
      </p:sp>
      <p:sp>
        <p:nvSpPr>
          <p:cNvPr id="26" name="bar Think hard only on a failed check"/>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All 624 problems,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All 624 problems,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All 624 problems,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624 geometry and optimization problems,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only on a failed check: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5-line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5 exact lines beat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2026-10-19T13:26:46Z</dcterms:created>
  <dcterms:modified xsi:type="dcterms:W3CDTF">2026-10-19T13:26:46Z</dcterms:modified>
</cp:coreProperties>
</file>