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03f1a82-c134-c760-929e-307ab2a2432f}">
          <p14:sldIdLst>
            <p14:sldId id="256"/>
            <p14:sldId id="257"/>
            <p14:sldId id="258"/>
            <p14:sldId id="259"/>
            <p14:sldId id="260"/>
          </p14:sldIdLst>
        </p14:section>
        <p14:section name="Findings" id="{1d84d45b-fc6d-7516-f2a9-0174418cf2bc}">
          <p14:sldIdLst>
            <p14:sldId id="261"/>
            <p14:sldId id="262"/>
            <p14:sldId id="263"/>
            <p14:sldId id="264"/>
            <p14:sldId id="265"/>
            <p14:sldId id="266"/>
            <p14:sldId id="267"/>
            <p14:sldId id="268"/>
          </p14:sldIdLst>
        </p14:section>
        <p14:section name="Method" id="{c251a046-40da-4203-80ec-8bf61c644c43}">
          <p14:sldIdLst>
            <p14:sldId id="269"/>
            <p14:sldId id="270"/>
            <p14:sldId id="271"/>
            <p14:sldId id="272"/>
            <p14:sldId id="273"/>
            <p14:sldId id="274"/>
            <p14:sldId id="275"/>
          </p14:sldIdLst>
        </p14:section>
        <p14:section name="Next" id="{5f985e08-090f-f33f-5935-8faaea82a03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2026-10-19T19:50:39Z</dcterms:created>
  <dcterms:modified xsi:type="dcterms:W3CDTF">2026-10-19T19:50:39Z</dcterms:modified>
</cp:coreProperties>
</file>