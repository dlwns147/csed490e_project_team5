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936f27f-de02-37a1-8009-efaf5fa1bfa3}">
          <p14:sldIdLst>
            <p14:sldId id="256"/>
            <p14:sldId id="257"/>
            <p14:sldId id="258"/>
            <p14:sldId id="259"/>
            <p14:sldId id="260"/>
          </p14:sldIdLst>
        </p14:section>
        <p14:section name="Findings" id="{08fb30f0-0315-838a-8cc8-e1ef4ab2be86}">
          <p14:sldIdLst>
            <p14:sldId id="261"/>
            <p14:sldId id="262"/>
            <p14:sldId id="263"/>
            <p14:sldId id="264"/>
            <p14:sldId id="265"/>
            <p14:sldId id="266"/>
            <p14:sldId id="267"/>
            <p14:sldId id="268"/>
          </p14:sldIdLst>
        </p14:section>
        <p14:section name="Method" id="{535827af-97bf-9e26-2bf3-4b3cffce2766}">
          <p14:sldIdLst>
            <p14:sldId id="269"/>
            <p14:sldId id="270"/>
            <p14:sldId id="271"/>
            <p14:sldId id="272"/>
            <p14:sldId id="273"/>
            <p14:sldId id="274"/>
            <p14:sldId id="275"/>
          </p14:sldIdLst>
        </p14:section>
        <p14:section name="Next" id="{eaaefc74-96d6-55b6-6341-c61f66b7c98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2026-10-19T14:58:00Z</dcterms:created>
  <dcterms:modified xsi:type="dcterms:W3CDTF">2026-10-19T14:58:00Z</dcterms:modified>
</cp:coreProperties>
</file>