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6bf18f48-ca73-0f85-fafd-8e24cf34fb27}">
          <p14:sldIdLst>
            <p14:sldId id="256"/>
            <p14:sldId id="257"/>
            <p14:sldId id="258"/>
            <p14:sldId id="259"/>
            <p14:sldId id="260"/>
          </p14:sldIdLst>
        </p14:section>
        <p14:section name="Findings" id="{4ef3b5dd-937c-89c6-99a4-e5a13340b6cc}">
          <p14:sldIdLst>
            <p14:sldId id="261"/>
            <p14:sldId id="262"/>
            <p14:sldId id="263"/>
            <p14:sldId id="264"/>
            <p14:sldId id="265"/>
            <p14:sldId id="266"/>
            <p14:sldId id="267"/>
            <p14:sldId id="268"/>
          </p14:sldIdLst>
        </p14:section>
        <p14:section name="Method" id="{a3d86d18-4903-a13a-481b-1e6030a9652a}">
          <p14:sldIdLst>
            <p14:sldId id="269"/>
            <p14:sldId id="270"/>
            <p14:sldId id="271"/>
            <p14:sldId id="272"/>
            <p14:sldId id="273"/>
            <p14:sldId id="274"/>
            <p14:sldId id="275"/>
          </p14:sldIdLst>
        </p14:section>
        <p14:section name="Next" id="{52b780b4-f3c1-d331-ca37-c77a79335aa0}">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57"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2026-10-19T14:16:32Z</dcterms:created>
  <dcterms:modified xsi:type="dcterms:W3CDTF">2026-10-19T14:16:32Z</dcterms:modified>
</cp:coreProperties>
</file>