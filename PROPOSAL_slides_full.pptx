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fc0f7f7-2a69-cab9-da5a-a833002a1cd0}">
          <p14:sldIdLst>
            <p14:sldId id="256"/>
            <p14:sldId id="257"/>
            <p14:sldId id="258"/>
            <p14:sldId id="259"/>
            <p14:sldId id="260"/>
          </p14:sldIdLst>
        </p14:section>
        <p14:section name="Findings" id="{837791fe-924d-4ebc-1b52-38dfb181deb7}">
          <p14:sldIdLst>
            <p14:sldId id="261"/>
            <p14:sldId id="262"/>
            <p14:sldId id="263"/>
            <p14:sldId id="264"/>
            <p14:sldId id="265"/>
            <p14:sldId id="266"/>
            <p14:sldId id="267"/>
            <p14:sldId id="268"/>
          </p14:sldIdLst>
        </p14:section>
        <p14:section name="Method" id="{48360841-db4b-5153-5a6e-8f3905a03ba8}">
          <p14:sldIdLst>
            <p14:sldId id="269"/>
            <p14:sldId id="270"/>
            <p14:sldId id="271"/>
            <p14:sldId id="272"/>
            <p14:sldId id="273"/>
            <p14:sldId id="274"/>
            <p14:sldId id="275"/>
          </p14:sldIdLst>
        </p14:section>
        <p14:section name="Next" id="{8ccc71fc-cd6e-1682-5b15-198f7f89549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2026-10-19T18:58:02Z</dcterms:created>
  <dcterms:modified xsi:type="dcterms:W3CDTF">2026-10-19T18:58:02Z</dcterms:modified>
</cp:coreProperties>
</file>