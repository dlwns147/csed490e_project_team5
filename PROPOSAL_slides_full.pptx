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f249e226-3426-33ef-1c1a-06f38c487d0c}">
          <p14:sldIdLst>
            <p14:sldId id="256"/>
            <p14:sldId id="257"/>
            <p14:sldId id="258"/>
            <p14:sldId id="259"/>
            <p14:sldId id="260"/>
          </p14:sldIdLst>
        </p14:section>
        <p14:section name="Findings" id="{e49e6084-10a0-7c9a-9e25-9e3cd70d32e9}">
          <p14:sldIdLst>
            <p14:sldId id="261"/>
            <p14:sldId id="262"/>
            <p14:sldId id="263"/>
            <p14:sldId id="264"/>
            <p14:sldId id="265"/>
            <p14:sldId id="266"/>
            <p14:sldId id="267"/>
            <p14:sldId id="268"/>
          </p14:sldIdLst>
        </p14:section>
        <p14:section name="Method" id="{914ecb50-b732-be45-14bc-bc0a537a3d9e}">
          <p14:sldIdLst>
            <p14:sldId id="269"/>
            <p14:sldId id="270"/>
            <p14:sldId id="271"/>
            <p14:sldId id="272"/>
            <p14:sldId id="273"/>
            <p14:sldId id="274"/>
            <p14:sldId id="275"/>
          </p14:sldIdLst>
        </p14:section>
        <p14:section name="Next" id="{74af37da-f652-479e-f5df-a353c67fa358}">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2026-10-19T19:47:39Z</dcterms:created>
  <dcterms:modified xsi:type="dcterms:W3CDTF">2026-10-19T19:47:39Z</dcterms:modified>
</cp:coreProperties>
</file>