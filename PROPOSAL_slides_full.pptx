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623eecb-07e1-c0e8-68c7-262b26cdb617}">
          <p14:sldIdLst>
            <p14:sldId id="256"/>
            <p14:sldId id="257"/>
            <p14:sldId id="258"/>
            <p14:sldId id="259"/>
            <p14:sldId id="260"/>
          </p14:sldIdLst>
        </p14:section>
        <p14:section name="Findings" id="{25dfc544-fbbe-1456-3b4c-f955be99caf7}">
          <p14:sldIdLst>
            <p14:sldId id="261"/>
            <p14:sldId id="262"/>
            <p14:sldId id="263"/>
            <p14:sldId id="264"/>
            <p14:sldId id="265"/>
            <p14:sldId id="266"/>
            <p14:sldId id="267"/>
            <p14:sldId id="268"/>
          </p14:sldIdLst>
        </p14:section>
        <p14:section name="Method" id="{7ccb47f1-7eb0-efeb-1cb3-5a68dd7c4469}">
          <p14:sldIdLst>
            <p14:sldId id="269"/>
            <p14:sldId id="270"/>
            <p14:sldId id="271"/>
            <p14:sldId id="272"/>
            <p14:sldId id="273"/>
            <p14:sldId id="274"/>
            <p14:sldId id="275"/>
          </p14:sldIdLst>
        </p14:section>
        <p14:section name="Next" id="{2faebc04-5c60-97b0-8ae0-0fc08f48143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2026-10-19T18:28:10Z</dcterms:created>
  <dcterms:modified xsi:type="dcterms:W3CDTF">2026-10-19T18:28:10Z</dcterms:modified>
</cp:coreProperties>
</file>