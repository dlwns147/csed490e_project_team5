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7a82c4db-d656-5fc3-78c1-b04ed5da6196}">
          <p14:sldIdLst>
            <p14:sldId id="256"/>
            <p14:sldId id="257"/>
            <p14:sldId id="258"/>
            <p14:sldId id="259"/>
            <p14:sldId id="260"/>
          </p14:sldIdLst>
        </p14:section>
        <p14:section name="Findings" id="{b7bf0b2b-6e0d-a264-bf21-ceb24988bbad}">
          <p14:sldIdLst>
            <p14:sldId id="261"/>
            <p14:sldId id="262"/>
            <p14:sldId id="263"/>
            <p14:sldId id="264"/>
            <p14:sldId id="265"/>
            <p14:sldId id="266"/>
            <p14:sldId id="267"/>
            <p14:sldId id="268"/>
          </p14:sldIdLst>
        </p14:section>
        <p14:section name="Method" id="{b66f9615-5a93-1d74-61e8-91072bb7bf92}">
          <p14:sldIdLst>
            <p14:sldId id="269"/>
            <p14:sldId id="270"/>
            <p14:sldId id="271"/>
            <p14:sldId id="272"/>
            <p14:sldId id="273"/>
            <p14:sldId id="274"/>
            <p14:sldId id="275"/>
          </p14:sldIdLst>
        </p14:section>
        <p14:section name="Next" id="{44d88976-0037-bab9-53ea-70c5e61e256f}">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2026-10-19T18:54:11Z</dcterms:created>
  <dcterms:modified xsi:type="dcterms:W3CDTF">2026-10-19T18:54:11Z</dcterms:modified>
</cp:coreProperties>
</file>