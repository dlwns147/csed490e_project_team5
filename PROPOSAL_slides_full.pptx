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1eb142b6-6726-f70f-bd2a-5413c10267d0}">
          <p14:sldIdLst>
            <p14:sldId id="256"/>
            <p14:sldId id="257"/>
            <p14:sldId id="258"/>
            <p14:sldId id="259"/>
            <p14:sldId id="260"/>
          </p14:sldIdLst>
        </p14:section>
        <p14:section name="Findings" id="{bb89d16d-5c05-84a3-bb6b-ec4abc6c6dbd}">
          <p14:sldIdLst>
            <p14:sldId id="261"/>
            <p14:sldId id="262"/>
            <p14:sldId id="263"/>
            <p14:sldId id="264"/>
            <p14:sldId id="265"/>
            <p14:sldId id="266"/>
            <p14:sldId id="267"/>
            <p14:sldId id="268"/>
          </p14:sldIdLst>
        </p14:section>
        <p14:section name="Method" id="{f79e4da5-6ee4-2914-a2d8-d828db4694a5}">
          <p14:sldIdLst>
            <p14:sldId id="269"/>
            <p14:sldId id="270"/>
            <p14:sldId id="271"/>
            <p14:sldId id="272"/>
            <p14:sldId id="273"/>
            <p14:sldId id="274"/>
            <p14:sldId id="275"/>
          </p14:sldIdLst>
        </p14:section>
        <p14:section name="Next" id="{f28ccd5e-c1cb-676d-653f-d13a47d2f32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2026-10-19T19:06:19Z</dcterms:created>
  <dcterms:modified xsi:type="dcterms:W3CDTF">2026-10-19T19:06:19Z</dcterms:modified>
</cp:coreProperties>
</file>