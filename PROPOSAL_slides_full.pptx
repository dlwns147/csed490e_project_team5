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96cd126-8135-244d-6a7e-5903c49dce17}">
          <p14:sldIdLst>
            <p14:sldId id="256"/>
            <p14:sldId id="257"/>
            <p14:sldId id="258"/>
            <p14:sldId id="259"/>
            <p14:sldId id="260"/>
          </p14:sldIdLst>
        </p14:section>
        <p14:section name="Findings" id="{6d9f6a6f-aa0a-8916-168d-24ea263fb418}">
          <p14:sldIdLst>
            <p14:sldId id="261"/>
            <p14:sldId id="262"/>
            <p14:sldId id="263"/>
            <p14:sldId id="264"/>
            <p14:sldId id="265"/>
            <p14:sldId id="266"/>
            <p14:sldId id="267"/>
            <p14:sldId id="268"/>
          </p14:sldIdLst>
        </p14:section>
        <p14:section name="Method" id="{71d5d9d5-9acc-0434-da7d-950d90a4c0c7}">
          <p14:sldIdLst>
            <p14:sldId id="269"/>
            <p14:sldId id="270"/>
            <p14:sldId id="271"/>
            <p14:sldId id="272"/>
            <p14:sldId id="273"/>
            <p14:sldId id="274"/>
            <p14:sldId id="275"/>
          </p14:sldIdLst>
        </p14:section>
        <p14:section name="Next" id="{ffa4a84f-90fb-9e87-9e86-e2a87bd46d6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2026-10-19T18:36:23Z</dcterms:created>
  <dcterms:modified xsi:type="dcterms:W3CDTF">2026-10-19T18:36:23Z</dcterms:modified>
</cp:coreProperties>
</file>