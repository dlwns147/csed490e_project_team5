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0977d7dd-212e-6418-b14b-e3b8ce1b06f8}">
          <p14:sldIdLst>
            <p14:sldId id="256"/>
            <p14:sldId id="257"/>
            <p14:sldId id="258"/>
            <p14:sldId id="259"/>
            <p14:sldId id="260"/>
          </p14:sldIdLst>
        </p14:section>
        <p14:section name="Findings" id="{8abd75f2-b88c-57b0-124a-4fa3f5592549}">
          <p14:sldIdLst>
            <p14:sldId id="261"/>
            <p14:sldId id="262"/>
            <p14:sldId id="263"/>
            <p14:sldId id="264"/>
            <p14:sldId id="265"/>
            <p14:sldId id="266"/>
            <p14:sldId id="267"/>
            <p14:sldId id="268"/>
          </p14:sldIdLst>
        </p14:section>
        <p14:section name="Method" id="{3cb28660-243e-8613-c339-f31ad1f4e7fe}">
          <p14:sldIdLst>
            <p14:sldId id="269"/>
            <p14:sldId id="270"/>
            <p14:sldId id="271"/>
            <p14:sldId id="272"/>
            <p14:sldId id="273"/>
            <p14:sldId id="274"/>
            <p14:sldId id="275"/>
          </p14:sldIdLst>
        </p14:section>
        <p14:section name="Next" id="{e8b382bc-5e24-e9ad-7a2e-e3a867cd3f1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2026-10-19T19:37:06Z</dcterms:created>
  <dcterms:modified xsi:type="dcterms:W3CDTF">2026-10-19T19:37:06Z</dcterms:modified>
</cp:coreProperties>
</file>