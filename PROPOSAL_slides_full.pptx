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90b7200f-aef4-029b-91c2-8f60bd155a1a}">
          <p14:sldIdLst>
            <p14:sldId id="256"/>
            <p14:sldId id="257"/>
            <p14:sldId id="258"/>
            <p14:sldId id="259"/>
            <p14:sldId id="260"/>
          </p14:sldIdLst>
        </p14:section>
        <p14:section name="Findings" id="{2f0f6590-02fe-dc7b-d0a2-b01e96c21639}">
          <p14:sldIdLst>
            <p14:sldId id="261"/>
            <p14:sldId id="262"/>
            <p14:sldId id="263"/>
            <p14:sldId id="264"/>
            <p14:sldId id="265"/>
            <p14:sldId id="266"/>
            <p14:sldId id="267"/>
            <p14:sldId id="268"/>
          </p14:sldIdLst>
        </p14:section>
        <p14:section name="Method" id="{88160ca3-78b2-0013-4743-9e8945c2c199}">
          <p14:sldIdLst>
            <p14:sldId id="269"/>
            <p14:sldId id="270"/>
            <p14:sldId id="271"/>
            <p14:sldId id="272"/>
            <p14:sldId id="273"/>
            <p14:sldId id="274"/>
            <p14:sldId id="275"/>
          </p14:sldIdLst>
        </p14:section>
        <p14:section name="Next" id="{364e72f6-b8aa-ac36-7496-7658f302fc58}">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2026-10-19T20:07:04Z</dcterms:created>
  <dcterms:modified xsi:type="dcterms:W3CDTF">2026-10-19T20:07:04Z</dcterms:modified>
</cp:coreProperties>
</file>