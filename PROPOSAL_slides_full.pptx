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2e9cc04c-6d47-e1fc-2f3f-7e99be2af3b1}">
          <p14:sldIdLst>
            <p14:sldId id="256"/>
            <p14:sldId id="257"/>
            <p14:sldId id="258"/>
            <p14:sldId id="259"/>
            <p14:sldId id="260"/>
          </p14:sldIdLst>
        </p14:section>
        <p14:section name="Findings" id="{1319def9-61b8-3641-e87d-71edb983d5ed}">
          <p14:sldIdLst>
            <p14:sldId id="261"/>
            <p14:sldId id="262"/>
            <p14:sldId id="263"/>
            <p14:sldId id="264"/>
            <p14:sldId id="265"/>
            <p14:sldId id="266"/>
            <p14:sldId id="267"/>
            <p14:sldId id="268"/>
          </p14:sldIdLst>
        </p14:section>
        <p14:section name="Method" id="{085db376-14ea-82e6-434b-d2238d876ae7}">
          <p14:sldIdLst>
            <p14:sldId id="269"/>
            <p14:sldId id="270"/>
            <p14:sldId id="271"/>
            <p14:sldId id="272"/>
            <p14:sldId id="273"/>
            <p14:sldId id="274"/>
            <p14:sldId id="275"/>
          </p14:sldIdLst>
        </p14:section>
        <p14:section name="Next" id="{01bd93c6-0243-fbb5-1563-ad143c9b43a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2026-10-19T19:09:58Z</dcterms:created>
  <dcterms:modified xsi:type="dcterms:W3CDTF">2026-10-19T19:09:58Z</dcterms:modified>
</cp:coreProperties>
</file>