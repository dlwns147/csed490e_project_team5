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42d19dfc-2f29-f3cd-5698-93500a5ea5de}">
          <p14:sldIdLst>
            <p14:sldId id="256"/>
            <p14:sldId id="257"/>
            <p14:sldId id="258"/>
            <p14:sldId id="259"/>
            <p14:sldId id="260"/>
          </p14:sldIdLst>
        </p14:section>
        <p14:section name="Findings" id="{930f5a59-1bf1-1147-6b42-1baf436f5c63}">
          <p14:sldIdLst>
            <p14:sldId id="261"/>
            <p14:sldId id="262"/>
            <p14:sldId id="263"/>
            <p14:sldId id="264"/>
            <p14:sldId id="265"/>
            <p14:sldId id="266"/>
            <p14:sldId id="267"/>
            <p14:sldId id="268"/>
          </p14:sldIdLst>
        </p14:section>
        <p14:section name="Method" id="{9a6cb7df-9934-4405-2e69-29575a6ddd09}">
          <p14:sldIdLst>
            <p14:sldId id="269"/>
            <p14:sldId id="270"/>
            <p14:sldId id="271"/>
            <p14:sldId id="272"/>
            <p14:sldId id="273"/>
            <p14:sldId id="274"/>
            <p14:sldId id="275"/>
          </p14:sldIdLst>
        </p14:section>
        <p14:section name="Next" id="{347bb467-e445-2565-2140-cc8fd930711c}">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2026-10-20T01:18:02Z</dcterms:created>
  <dcterms:modified xsi:type="dcterms:W3CDTF">2026-10-20T01:18:02Z</dcterms:modified>
</cp:coreProperties>
</file>