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69ae58e-58bd-21fa-fb7f-4875c5b6ff82}">
          <p14:sldIdLst>
            <p14:sldId id="256"/>
            <p14:sldId id="257"/>
            <p14:sldId id="258"/>
            <p14:sldId id="259"/>
            <p14:sldId id="260"/>
          </p14:sldIdLst>
        </p14:section>
        <p14:section name="Findings" id="{7a3e5991-1752-7ebf-779d-e4c2a4fbe7c9}">
          <p14:sldIdLst>
            <p14:sldId id="261"/>
            <p14:sldId id="262"/>
            <p14:sldId id="263"/>
            <p14:sldId id="264"/>
            <p14:sldId id="265"/>
            <p14:sldId id="266"/>
            <p14:sldId id="267"/>
            <p14:sldId id="268"/>
          </p14:sldIdLst>
        </p14:section>
        <p14:section name="Method" id="{98d166cd-6c14-f673-1c54-a87b5337f41b}">
          <p14:sldIdLst>
            <p14:sldId id="269"/>
            <p14:sldId id="270"/>
            <p14:sldId id="271"/>
            <p14:sldId id="272"/>
            <p14:sldId id="273"/>
            <p14:sldId id="274"/>
            <p14:sldId id="275"/>
          </p14:sldIdLst>
        </p14:section>
        <p14:section name="Next" id="{51043abb-00af-ffb3-58f5-69666bece9d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2026-10-19T13:06:55Z</dcterms:created>
  <dcterms:modified xsi:type="dcterms:W3CDTF">2026-10-19T13:06:55Z</dcterms:modified>
</cp:coreProperties>
</file>