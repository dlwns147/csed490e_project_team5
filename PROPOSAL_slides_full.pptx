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ea3e73e-3998-4461-2357-6013af2c42a1}">
          <p14:sldIdLst>
            <p14:sldId id="256"/>
            <p14:sldId id="257"/>
            <p14:sldId id="258"/>
            <p14:sldId id="259"/>
            <p14:sldId id="260"/>
          </p14:sldIdLst>
        </p14:section>
        <p14:section name="Findings" id="{c2a84c9b-6d50-ea39-7f71-52c2747f2d28}">
          <p14:sldIdLst>
            <p14:sldId id="261"/>
            <p14:sldId id="262"/>
            <p14:sldId id="263"/>
            <p14:sldId id="264"/>
            <p14:sldId id="265"/>
            <p14:sldId id="266"/>
            <p14:sldId id="267"/>
            <p14:sldId id="268"/>
          </p14:sldIdLst>
        </p14:section>
        <p14:section name="Method" id="{6276ede7-f93d-79d1-8db7-90e6202052c5}">
          <p14:sldIdLst>
            <p14:sldId id="269"/>
            <p14:sldId id="270"/>
            <p14:sldId id="271"/>
            <p14:sldId id="272"/>
            <p14:sldId id="273"/>
            <p14:sldId id="274"/>
            <p14:sldId id="275"/>
          </p14:sldIdLst>
        </p14:section>
        <p14:section name="Next" id="{c2ec15f7-4fe1-02c6-a38b-4c8e8c68467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2026-10-19T14:24:51Z</dcterms:created>
  <dcterms:modified xsi:type="dcterms:W3CDTF">2026-10-19T14:24:51Z</dcterms:modified>
</cp:coreProperties>
</file>