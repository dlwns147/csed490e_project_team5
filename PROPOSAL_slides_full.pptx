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d4a5b5d8-ed51-5068-95e5-843092cf3943}">
          <p14:sldIdLst>
            <p14:sldId id="256"/>
            <p14:sldId id="257"/>
            <p14:sldId id="258"/>
            <p14:sldId id="259"/>
            <p14:sldId id="260"/>
          </p14:sldIdLst>
        </p14:section>
        <p14:section name="Findings" id="{0d8156f6-7180-2e28-23e6-b75e8ff6d2be}">
          <p14:sldIdLst>
            <p14:sldId id="261"/>
            <p14:sldId id="262"/>
            <p14:sldId id="263"/>
            <p14:sldId id="264"/>
            <p14:sldId id="265"/>
            <p14:sldId id="266"/>
            <p14:sldId id="267"/>
            <p14:sldId id="268"/>
          </p14:sldIdLst>
        </p14:section>
        <p14:section name="Method" id="{d6c75ac8-c6a7-81d8-1052-7c2c92e85838}">
          <p14:sldIdLst>
            <p14:sldId id="269"/>
            <p14:sldId id="270"/>
            <p14:sldId id="271"/>
            <p14:sldId id="272"/>
            <p14:sldId id="273"/>
            <p14:sldId id="274"/>
            <p14:sldId id="275"/>
          </p14:sldIdLst>
        </p14:section>
        <p14:section name="Next" id="{7d3e9b75-9540-5f71-f440-1371fed8334c}">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2026-10-19T14:18:35Z</dcterms:created>
  <dcterms:modified xsi:type="dcterms:W3CDTF">2026-10-19T14:18:35Z</dcterms:modified>
</cp:coreProperties>
</file>