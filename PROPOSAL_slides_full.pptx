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593bb27f-4392-4011-da8b-7f421abd44bf}">
          <p14:sldIdLst>
            <p14:sldId id="256"/>
            <p14:sldId id="257"/>
            <p14:sldId id="258"/>
            <p14:sldId id="259"/>
            <p14:sldId id="260"/>
          </p14:sldIdLst>
        </p14:section>
        <p14:section name="Findings" id="{eb1a6273-1c5c-f0b5-6213-75c9795abc89}">
          <p14:sldIdLst>
            <p14:sldId id="261"/>
            <p14:sldId id="262"/>
            <p14:sldId id="263"/>
            <p14:sldId id="264"/>
            <p14:sldId id="265"/>
            <p14:sldId id="266"/>
            <p14:sldId id="267"/>
            <p14:sldId id="268"/>
          </p14:sldIdLst>
        </p14:section>
        <p14:section name="Method" id="{750f4a58-7636-48a3-cb72-ac74823ff78e}">
          <p14:sldIdLst>
            <p14:sldId id="269"/>
            <p14:sldId id="270"/>
            <p14:sldId id="271"/>
            <p14:sldId id="272"/>
            <p14:sldId id="273"/>
            <p14:sldId id="274"/>
            <p14:sldId id="275"/>
          </p14:sldIdLst>
        </p14:section>
        <p14:section name="Next" id="{b652aac9-b272-40ce-4db1-5810c119bad3}">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57"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All 624 problems,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All 624 problems,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All 624 problems,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2026-10-19T13:47:17Z</dcterms:created>
  <dcterms:modified xsi:type="dcterms:W3CDTF">2026-10-19T13:47:17Z</dcterms:modified>
</cp:coreProperties>
</file>