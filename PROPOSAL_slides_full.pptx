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274df2db-7840-f1a0-4368-4a8a9273476e}">
          <p14:sldIdLst>
            <p14:sldId id="256"/>
            <p14:sldId id="257"/>
            <p14:sldId id="258"/>
            <p14:sldId id="259"/>
            <p14:sldId id="260"/>
          </p14:sldIdLst>
        </p14:section>
        <p14:section name="Findings" id="{ae59d444-ae4e-67db-8305-37653c9d0c6a}">
          <p14:sldIdLst>
            <p14:sldId id="261"/>
            <p14:sldId id="262"/>
            <p14:sldId id="263"/>
            <p14:sldId id="264"/>
            <p14:sldId id="265"/>
            <p14:sldId id="266"/>
            <p14:sldId id="267"/>
            <p14:sldId id="268"/>
          </p14:sldIdLst>
        </p14:section>
        <p14:section name="Method" id="{005c3ed8-627f-7dcc-3676-be4d19622c62}">
          <p14:sldIdLst>
            <p14:sldId id="269"/>
            <p14:sldId id="270"/>
            <p14:sldId id="271"/>
            <p14:sldId id="272"/>
            <p14:sldId id="273"/>
            <p14:sldId id="274"/>
            <p14:sldId id="275"/>
          </p14:sldIdLst>
        </p14:section>
        <p14:section name="Next" id="{05d5b254-10a4-1c33-5836-83eb8f8dde9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2026-10-19T20:09:12Z</dcterms:created>
  <dcterms:modified xsi:type="dcterms:W3CDTF">2026-10-19T20:09:12Z</dcterms:modified>
</cp:coreProperties>
</file>