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b960755b-d78f-eddd-e014-254fed8c63b5}">
          <p14:sldIdLst>
            <p14:sldId id="256"/>
            <p14:sldId id="257"/>
            <p14:sldId id="258"/>
            <p14:sldId id="259"/>
            <p14:sldId id="260"/>
          </p14:sldIdLst>
        </p14:section>
        <p14:section name="Findings" id="{65a36701-a579-56e4-7665-288a5b5b09d7}">
          <p14:sldIdLst>
            <p14:sldId id="261"/>
            <p14:sldId id="262"/>
            <p14:sldId id="263"/>
            <p14:sldId id="264"/>
            <p14:sldId id="265"/>
            <p14:sldId id="266"/>
            <p14:sldId id="267"/>
            <p14:sldId id="268"/>
          </p14:sldIdLst>
        </p14:section>
        <p14:section name="Method" id="{34f96340-6d9f-d7ce-9cd0-765c9972e527}">
          <p14:sldIdLst>
            <p14:sldId id="269"/>
            <p14:sldId id="270"/>
            <p14:sldId id="271"/>
            <p14:sldId id="272"/>
            <p14:sldId id="273"/>
            <p14:sldId id="274"/>
            <p14:sldId id="275"/>
          </p14:sldIdLst>
        </p14:section>
        <p14:section name="Next" id="{91972bd1-e273-260c-d9c1-78f6a6fc9cdf}">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2026-10-19T14:33:28Z</dcterms:created>
  <dcterms:modified xsi:type="dcterms:W3CDTF">2026-10-19T14:33:28Z</dcterms:modified>
</cp:coreProperties>
</file>