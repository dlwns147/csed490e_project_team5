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0bdecb0b-d3b8-96c1-042c-70c0fe612fdb}">
          <p14:sldIdLst>
            <p14:sldId id="256"/>
            <p14:sldId id="257"/>
            <p14:sldId id="258"/>
          </p14:sldIdLst>
        </p14:section>
        <p14:section name="Findings" id="{267cb479-4171-bda6-6e4a-c3f0fbd5c6ec}">
          <p14:sldIdLst>
            <p14:sldId id="259"/>
            <p14:sldId id="260"/>
            <p14:sldId id="261"/>
            <p14:sldId id="262"/>
            <p14:sldId id="263"/>
            <p14:sldId id="264"/>
            <p14:sldId id="265"/>
            <p14:sldId id="266"/>
          </p14:sldIdLst>
        </p14:section>
        <p14:section name="Method" id="{e966aa3e-fadb-29aa-4859-8f9ffd0a7d0b}">
          <p14:sldIdLst>
            <p14:sldId id="267"/>
            <p14:sldId id="268"/>
            <p14:sldId id="269"/>
            <p14:sldId id="270"/>
          </p14:sldIdLst>
        </p14:section>
        <p14:section name="Next" id="{36cdafd7-d6ef-62b1-02da-f1fecc1734c8}">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More rows (MBR-exec, majority vote, DeepConf, Self-Debugging, Mixture-of-Thought cascade, BM25 retrieval) are in PROPOSAL.md section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Tools, Facts, and Checks</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6692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6692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2026-10-19T08:59:24Z</dcterms:created>
  <dcterms:modified xsi:type="dcterms:W3CDTF">2026-10-19T08:59:24Z</dcterms:modified>
</cp:coreProperties>
</file>