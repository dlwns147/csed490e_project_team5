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c36d31f-c7c0-504b-64c2-5a52cc044822}">
          <p14:sldIdLst>
            <p14:sldId id="256"/>
            <p14:sldId id="257"/>
            <p14:sldId id="258"/>
            <p14:sldId id="259"/>
            <p14:sldId id="260"/>
          </p14:sldIdLst>
        </p14:section>
        <p14:section name="Findings" id="{68f76bf0-0881-0590-a66d-e16c8499a72b}">
          <p14:sldIdLst>
            <p14:sldId id="261"/>
            <p14:sldId id="262"/>
            <p14:sldId id="263"/>
            <p14:sldId id="264"/>
            <p14:sldId id="265"/>
            <p14:sldId id="266"/>
            <p14:sldId id="267"/>
            <p14:sldId id="268"/>
          </p14:sldIdLst>
        </p14:section>
        <p14:section name="Method" id="{c1a66e52-24b2-9400-c99f-a21c9445ad0a}">
          <p14:sldIdLst>
            <p14:sldId id="269"/>
            <p14:sldId id="270"/>
            <p14:sldId id="271"/>
            <p14:sldId id="272"/>
            <p14:sldId id="273"/>
            <p14:sldId id="274"/>
            <p14:sldId id="275"/>
          </p14:sldIdLst>
        </p14:section>
        <p14:section name="Next" id="{e78cf637-0da7-f749-38c7-9656707b4fdd}">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2026-10-19T19:55:08Z</dcterms:created>
  <dcterms:modified xsi:type="dcterms:W3CDTF">2026-10-19T19:55:08Z</dcterms:modified>
</cp:coreProperties>
</file>