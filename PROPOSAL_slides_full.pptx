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7392113-4f02-23e2-88da-982c9fe910a8}">
          <p14:sldIdLst>
            <p14:sldId id="256"/>
            <p14:sldId id="257"/>
            <p14:sldId id="258"/>
            <p14:sldId id="259"/>
            <p14:sldId id="260"/>
          </p14:sldIdLst>
        </p14:section>
        <p14:section name="Findings" id="{1ef1f40d-85b6-b630-4658-339b57e5452e}">
          <p14:sldIdLst>
            <p14:sldId id="261"/>
            <p14:sldId id="262"/>
            <p14:sldId id="263"/>
            <p14:sldId id="264"/>
            <p14:sldId id="265"/>
            <p14:sldId id="266"/>
            <p14:sldId id="267"/>
            <p14:sldId id="268"/>
          </p14:sldIdLst>
        </p14:section>
        <p14:section name="Method" id="{5b8e7619-5f52-291e-e73f-804828c240ab}">
          <p14:sldIdLst>
            <p14:sldId id="269"/>
            <p14:sldId id="270"/>
            <p14:sldId id="271"/>
            <p14:sldId id="272"/>
            <p14:sldId id="273"/>
            <p14:sldId id="274"/>
            <p14:sldId id="275"/>
          </p14:sldIdLst>
        </p14:section>
        <p14:section name="Next" id="{39fa0d6b-8ea7-38d4-f235-04980902c1f5}">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2026-10-19T14:41:07Z</dcterms:created>
  <dcterms:modified xsi:type="dcterms:W3CDTF">2026-10-19T14:41:07Z</dcterms:modified>
</cp:coreProperties>
</file>