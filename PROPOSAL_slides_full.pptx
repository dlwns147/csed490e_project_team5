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009161b-ef03-6238-d7f3-d54843eef319}">
          <p14:sldIdLst>
            <p14:sldId id="256"/>
            <p14:sldId id="257"/>
            <p14:sldId id="258"/>
            <p14:sldId id="259"/>
            <p14:sldId id="260"/>
          </p14:sldIdLst>
        </p14:section>
        <p14:section name="Findings" id="{9aecb82e-b459-8660-6fa5-d65b3e4a1d4c}">
          <p14:sldIdLst>
            <p14:sldId id="261"/>
            <p14:sldId id="262"/>
            <p14:sldId id="263"/>
            <p14:sldId id="264"/>
            <p14:sldId id="265"/>
            <p14:sldId id="266"/>
            <p14:sldId id="267"/>
            <p14:sldId id="268"/>
          </p14:sldIdLst>
        </p14:section>
        <p14:section name="Method" id="{c3b33efb-1d8e-68c9-e899-3282fbc47c59}">
          <p14:sldIdLst>
            <p14:sldId id="269"/>
            <p14:sldId id="270"/>
            <p14:sldId id="271"/>
            <p14:sldId id="272"/>
            <p14:sldId id="273"/>
            <p14:sldId id="274"/>
            <p14:sldId id="275"/>
          </p14:sldIdLst>
        </p14:section>
        <p14:section name="Next" id="{dbe16ca0-55a0-444e-f78b-2c3d221de53d}">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2026-10-19T18:42:54Z</dcterms:created>
  <dcterms:modified xsi:type="dcterms:W3CDTF">2026-10-19T18:42:54Z</dcterms:modified>
</cp:coreProperties>
</file>