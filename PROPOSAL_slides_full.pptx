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c75fa3a1-03e8-7593-33da-0838a1c47803}">
          <p14:sldIdLst>
            <p14:sldId id="256"/>
            <p14:sldId id="257"/>
            <p14:sldId id="258"/>
            <p14:sldId id="259"/>
            <p14:sldId id="260"/>
          </p14:sldIdLst>
        </p14:section>
        <p14:section name="Findings" id="{cd08fcd6-7450-872a-8f97-a36b1d98cfdd}">
          <p14:sldIdLst>
            <p14:sldId id="261"/>
            <p14:sldId id="262"/>
            <p14:sldId id="263"/>
            <p14:sldId id="264"/>
            <p14:sldId id="265"/>
            <p14:sldId id="266"/>
            <p14:sldId id="267"/>
            <p14:sldId id="268"/>
          </p14:sldIdLst>
        </p14:section>
        <p14:section name="Method" id="{c173ff01-ef94-0cce-72f9-92fc65b8f9bb}">
          <p14:sldIdLst>
            <p14:sldId id="269"/>
            <p14:sldId id="270"/>
            <p14:sldId id="271"/>
            <p14:sldId id="272"/>
            <p14:sldId id="273"/>
            <p14:sldId id="274"/>
            <p14:sldId id="275"/>
          </p14:sldIdLst>
        </p14:section>
        <p14:section name="Next" id="{894affb5-77fb-4620-a207-50ca2e50e414}">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2026-10-19T18:21:46Z</dcterms:created>
  <dcterms:modified xsi:type="dcterms:W3CDTF">2026-10-19T18:21:46Z</dcterms:modified>
</cp:coreProperties>
</file>