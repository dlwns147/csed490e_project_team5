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1902cdd7-6de0-822a-8890-53cf311adf4d}">
          <p14:sldIdLst>
            <p14:sldId id="256"/>
            <p14:sldId id="257"/>
            <p14:sldId id="258"/>
            <p14:sldId id="259"/>
            <p14:sldId id="260"/>
          </p14:sldIdLst>
        </p14:section>
        <p14:section name="Findings" id="{5c6b4139-faca-8bef-e5d5-98008ee3149c}">
          <p14:sldIdLst>
            <p14:sldId id="261"/>
            <p14:sldId id="262"/>
            <p14:sldId id="263"/>
            <p14:sldId id="264"/>
            <p14:sldId id="265"/>
            <p14:sldId id="266"/>
            <p14:sldId id="267"/>
            <p14:sldId id="268"/>
          </p14:sldIdLst>
        </p14:section>
        <p14:section name="Method" id="{6cfad947-2176-33ce-e362-a43b681f492c}">
          <p14:sldIdLst>
            <p14:sldId id="269"/>
            <p14:sldId id="270"/>
            <p14:sldId id="271"/>
            <p14:sldId id="272"/>
            <p14:sldId id="273"/>
            <p14:sldId id="274"/>
            <p14:sldId id="275"/>
          </p14:sldIdLst>
        </p14:section>
        <p14:section name="Next" id="{9f0523fe-7492-be23-d400-b5cba25f3664}">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2026-10-19T14:55:49Z</dcterms:created>
  <dcterms:modified xsi:type="dcterms:W3CDTF">2026-10-19T14:55:49Z</dcterms:modified>
</cp:coreProperties>
</file>