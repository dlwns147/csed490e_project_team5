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7f9347b0-57be-f5a6-1c21-1fadc6db2c92}">
          <p14:sldIdLst>
            <p14:sldId id="256"/>
            <p14:sldId id="257"/>
            <p14:sldId id="258"/>
            <p14:sldId id="259"/>
            <p14:sldId id="260"/>
          </p14:sldIdLst>
        </p14:section>
        <p14:section name="Findings" id="{a99293f0-66f4-2033-c170-cab91dc0ad9c}">
          <p14:sldIdLst>
            <p14:sldId id="261"/>
            <p14:sldId id="262"/>
            <p14:sldId id="263"/>
            <p14:sldId id="264"/>
            <p14:sldId id="265"/>
            <p14:sldId id="266"/>
            <p14:sldId id="267"/>
            <p14:sldId id="268"/>
          </p14:sldIdLst>
        </p14:section>
        <p14:section name="Method" id="{c0ce0b78-b557-9c72-a5f7-09d9b3e545cf}">
          <p14:sldIdLst>
            <p14:sldId id="269"/>
            <p14:sldId id="270"/>
            <p14:sldId id="271"/>
            <p14:sldId id="272"/>
            <p14:sldId id="273"/>
            <p14:sldId id="274"/>
            <p14:sldId id="275"/>
          </p14:sldIdLst>
        </p14:section>
        <p14:section name="Next" id="{6f3afa7a-754c-cacd-3a0c-b4ac33e7d5cf}">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2026-10-19T19:53:55Z</dcterms:created>
  <dcterms:modified xsi:type="dcterms:W3CDTF">2026-10-19T19:53:55Z</dcterms:modified>
</cp:coreProperties>
</file>