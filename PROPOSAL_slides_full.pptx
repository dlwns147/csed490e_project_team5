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4142ae98-5961-eac0-833f-8dfa04a3bfd5}">
          <p14:sldIdLst>
            <p14:sldId id="256"/>
            <p14:sldId id="257"/>
            <p14:sldId id="258"/>
            <p14:sldId id="259"/>
            <p14:sldId id="260"/>
          </p14:sldIdLst>
        </p14:section>
        <p14:section name="Findings" id="{b2a6057f-0908-ef59-6fe5-55ffb43dd2b6}">
          <p14:sldIdLst>
            <p14:sldId id="261"/>
            <p14:sldId id="262"/>
            <p14:sldId id="263"/>
            <p14:sldId id="264"/>
            <p14:sldId id="265"/>
            <p14:sldId id="266"/>
            <p14:sldId id="267"/>
            <p14:sldId id="268"/>
          </p14:sldIdLst>
        </p14:section>
        <p14:section name="Method" id="{b5b10fee-a882-4f83-c797-96932d9414ff}">
          <p14:sldIdLst>
            <p14:sldId id="269"/>
            <p14:sldId id="270"/>
            <p14:sldId id="271"/>
            <p14:sldId id="272"/>
            <p14:sldId id="273"/>
            <p14:sldId id="274"/>
            <p14:sldId id="275"/>
          </p14:sldIdLst>
        </p14:section>
        <p14:section name="Next" id="{7510783d-3e95-b2cd-ddb9-2c394b7fc803}">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2026-10-19T19:58:44Z</dcterms:created>
  <dcterms:modified xsi:type="dcterms:W3CDTF">2026-10-19T19:58:44Z</dcterms:modified>
</cp:coreProperties>
</file>