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589653c1-012a-ea11-f109-6e206524d789}">
          <p14:sldIdLst>
            <p14:sldId id="256"/>
            <p14:sldId id="257"/>
            <p14:sldId id="258"/>
            <p14:sldId id="259"/>
            <p14:sldId id="260"/>
          </p14:sldIdLst>
        </p14:section>
        <p14:section name="Findings" id="{d1e14310-c530-5e4a-3e51-3619f8046040}">
          <p14:sldIdLst>
            <p14:sldId id="261"/>
            <p14:sldId id="262"/>
            <p14:sldId id="263"/>
            <p14:sldId id="264"/>
            <p14:sldId id="265"/>
            <p14:sldId id="266"/>
            <p14:sldId id="267"/>
            <p14:sldId id="268"/>
          </p14:sldIdLst>
        </p14:section>
        <p14:section name="Method" id="{4654b35b-5f33-9ec0-c170-3c6507a3ec3d}">
          <p14:sldIdLst>
            <p14:sldId id="269"/>
            <p14:sldId id="270"/>
            <p14:sldId id="271"/>
            <p14:sldId id="272"/>
            <p14:sldId id="273"/>
            <p14:sldId id="274"/>
            <p14:sldId id="275"/>
          </p14:sldIdLst>
        </p14:section>
        <p14:section name="Next" id="{f298b5b6-e17b-00f5-9b15-b4c7dc6d51f1}">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2026-10-19T19:56:05Z</dcterms:created>
  <dcterms:modified xsi:type="dcterms:W3CDTF">2026-10-19T19:56:05Z</dcterms:modified>
</cp:coreProperties>
</file>