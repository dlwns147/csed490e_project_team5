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d790067-d4d3-b332-5787-d953b87df4d4}">
          <p14:sldIdLst>
            <p14:sldId id="256"/>
            <p14:sldId id="257"/>
            <p14:sldId id="258"/>
          </p14:sldIdLst>
        </p14:section>
        <p14:section name="Findings" id="{f16bd605-410e-4659-8a10-2478132b3ebf}">
          <p14:sldIdLst>
            <p14:sldId id="259"/>
            <p14:sldId id="260"/>
            <p14:sldId id="261"/>
            <p14:sldId id="262"/>
            <p14:sldId id="263"/>
            <p14:sldId id="264"/>
            <p14:sldId id="265"/>
            <p14:sldId id="266"/>
          </p14:sldIdLst>
        </p14:section>
        <p14:section name="Method" id="{37261370-4065-f0d5-7704-12c1e8f12f8c}">
          <p14:sldIdLst>
            <p14:sldId id="267"/>
            <p14:sldId id="268"/>
            <p14:sldId id="269"/>
          </p14:sldIdLst>
        </p14:section>
        <p14:section name="Next" id="{109c73b0-2bcf-7ae0-9279-c92cb6e0dd2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2026-10-19T07:49:27Z</dcterms:created>
  <dcterms:modified xsi:type="dcterms:W3CDTF">2026-10-19T07:49:27Z</dcterms:modified>
</cp:coreProperties>
</file>