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c35fe0d-2fd2-c359-dbe3-1aa8b8ba8d26}">
          <p14:sldIdLst>
            <p14:sldId id="256"/>
            <p14:sldId id="257"/>
            <p14:sldId id="258"/>
            <p14:sldId id="259"/>
            <p14:sldId id="260"/>
          </p14:sldIdLst>
        </p14:section>
        <p14:section name="Findings" id="{19b7609a-ae34-08fd-c1f8-9a86ee74b82b}">
          <p14:sldIdLst>
            <p14:sldId id="261"/>
            <p14:sldId id="262"/>
            <p14:sldId id="263"/>
            <p14:sldId id="264"/>
            <p14:sldId id="265"/>
            <p14:sldId id="266"/>
            <p14:sldId id="267"/>
            <p14:sldId id="268"/>
          </p14:sldIdLst>
        </p14:section>
        <p14:section name="Method" id="{2f296922-1049-0344-1c34-8bacb321cbb9}">
          <p14:sldIdLst>
            <p14:sldId id="269"/>
            <p14:sldId id="270"/>
            <p14:sldId id="271"/>
            <p14:sldId id="272"/>
            <p14:sldId id="273"/>
            <p14:sldId id="274"/>
            <p14:sldId id="275"/>
          </p14:sldIdLst>
        </p14:section>
        <p14:section name="Next" id="{5d763f58-1750-9484-6a73-f0dec228d06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2026-10-19T14:27:32Z</dcterms:created>
  <dcterms:modified xsi:type="dcterms:W3CDTF">2026-10-19T14:27:32Z</dcterms:modified>
</cp:coreProperties>
</file>