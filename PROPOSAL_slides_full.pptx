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54e9ac7f-3d0a-e568-f855-0d51f278504d}">
          <p14:sldIdLst>
            <p14:sldId id="256"/>
            <p14:sldId id="257"/>
            <p14:sldId id="258"/>
            <p14:sldId id="259"/>
            <p14:sldId id="260"/>
          </p14:sldIdLst>
        </p14:section>
        <p14:section name="Findings" id="{3cbd4c6e-8df2-f904-aafc-0c91b98aca73}">
          <p14:sldIdLst>
            <p14:sldId id="261"/>
            <p14:sldId id="262"/>
            <p14:sldId id="263"/>
            <p14:sldId id="264"/>
            <p14:sldId id="265"/>
            <p14:sldId id="266"/>
            <p14:sldId id="267"/>
            <p14:sldId id="268"/>
          </p14:sldIdLst>
        </p14:section>
        <p14:section name="Method" id="{63034e75-b4db-a1e0-1887-0fb9fc724c91}">
          <p14:sldIdLst>
            <p14:sldId id="269"/>
            <p14:sldId id="270"/>
            <p14:sldId id="271"/>
            <p14:sldId id="272"/>
            <p14:sldId id="273"/>
            <p14:sldId id="274"/>
            <p14:sldId id="275"/>
          </p14:sldIdLst>
        </p14:section>
        <p14:section name="Next" id="{0658703c-0b1f-d9aa-0f44-c5a984ff7952}">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2026-10-19T19:36:18Z</dcterms:created>
  <dcterms:modified xsi:type="dcterms:W3CDTF">2026-10-19T19:36:18Z</dcterms:modified>
</cp:coreProperties>
</file>