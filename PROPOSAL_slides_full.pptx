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82eb5bdc-2e6f-a023-5e9b-05a3b76ec182}">
          <p14:sldIdLst>
            <p14:sldId id="256"/>
            <p14:sldId id="257"/>
            <p14:sldId id="258"/>
            <p14:sldId id="259"/>
            <p14:sldId id="260"/>
          </p14:sldIdLst>
        </p14:section>
        <p14:section name="Findings" id="{991ed5d1-5d23-5e40-f0e2-2f75e70fe566}">
          <p14:sldIdLst>
            <p14:sldId id="261"/>
            <p14:sldId id="262"/>
            <p14:sldId id="263"/>
            <p14:sldId id="264"/>
            <p14:sldId id="265"/>
            <p14:sldId id="266"/>
            <p14:sldId id="267"/>
            <p14:sldId id="268"/>
          </p14:sldIdLst>
        </p14:section>
        <p14:section name="Method" id="{c6af5180-d6da-63ab-665f-eb95fa96d7a6}">
          <p14:sldIdLst>
            <p14:sldId id="269"/>
            <p14:sldId id="270"/>
            <p14:sldId id="271"/>
            <p14:sldId id="272"/>
            <p14:sldId id="273"/>
            <p14:sldId id="274"/>
            <p14:sldId id="275"/>
          </p14:sldIdLst>
        </p14:section>
        <p14:section name="Next" id="{ad77028a-3f7c-04a2-b567-dbbb37bc3c7e}">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2026-10-20T01:14:10Z</dcterms:created>
  <dcterms:modified xsi:type="dcterms:W3CDTF">2026-10-20T01:14:10Z</dcterms:modified>
</cp:coreProperties>
</file>