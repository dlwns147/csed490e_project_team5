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c27a4789-91a8-17f3-0776-09ef9f2cc91a}">
          <p14:sldIdLst>
            <p14:sldId id="256"/>
            <p14:sldId id="257"/>
            <p14:sldId id="258"/>
            <p14:sldId id="259"/>
            <p14:sldId id="260"/>
          </p14:sldIdLst>
        </p14:section>
        <p14:section name="Findings" id="{ccdc387b-fb02-2b21-3ded-ddbd04f3db0b}">
          <p14:sldIdLst>
            <p14:sldId id="261"/>
            <p14:sldId id="262"/>
            <p14:sldId id="263"/>
            <p14:sldId id="264"/>
            <p14:sldId id="265"/>
            <p14:sldId id="266"/>
            <p14:sldId id="267"/>
            <p14:sldId id="268"/>
          </p14:sldIdLst>
        </p14:section>
        <p14:section name="Method" id="{6135007a-f03a-e7b7-1e7f-f9de95e411a8}">
          <p14:sldIdLst>
            <p14:sldId id="269"/>
            <p14:sldId id="270"/>
            <p14:sldId id="271"/>
            <p14:sldId id="272"/>
            <p14:sldId id="273"/>
            <p14:sldId id="274"/>
            <p14:sldId id="275"/>
          </p14:sldIdLst>
        </p14:section>
        <p14:section name="Next" id="{2d5493c8-84e2-4b1f-fe68-50db728205c2}">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2026-10-20T00:44:11Z</dcterms:created>
  <dcterms:modified xsi:type="dcterms:W3CDTF">2026-10-20T00:44:11Z</dcterms:modified>
</cp:coreProperties>
</file>