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36dfb915-662c-01f9-38c7-a2599ce22dad}">
          <p14:sldIdLst>
            <p14:sldId id="256"/>
            <p14:sldId id="257"/>
            <p14:sldId id="258"/>
            <p14:sldId id="259"/>
            <p14:sldId id="260"/>
          </p14:sldIdLst>
        </p14:section>
        <p14:section name="Findings" id="{cf6bb900-84c1-f8e9-75a9-55624f7c0b4c}">
          <p14:sldIdLst>
            <p14:sldId id="261"/>
            <p14:sldId id="262"/>
            <p14:sldId id="263"/>
            <p14:sldId id="264"/>
            <p14:sldId id="265"/>
            <p14:sldId id="266"/>
            <p14:sldId id="267"/>
            <p14:sldId id="268"/>
          </p14:sldIdLst>
        </p14:section>
        <p14:section name="Method" id="{a3aceedc-5e00-1c8a-54f6-66c53b1ff48b}">
          <p14:sldIdLst>
            <p14:sldId id="269"/>
            <p14:sldId id="270"/>
            <p14:sldId id="271"/>
            <p14:sldId id="272"/>
            <p14:sldId id="273"/>
            <p14:sldId id="274"/>
            <p14:sldId id="275"/>
          </p14:sldIdLst>
        </p14:section>
        <p14:section name="Next" id="{6501e0c2-e207-7a3b-278f-99f16c408cf9}">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long reference sheet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the exact usage (11 lines) it writes the right one. Thinking longer cannot supply a fact it does not have (3%).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(208 problems × 3 models);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Team 5: Sangjun Lee, Seongbin Park · POSTECH CSED490E (Graduate NLP)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long manual</a:t>
            </a:r>
            <a:endParaRPr lang="en-US" sz="1300" dirty="0"/>
          </a:p>
        </p:txBody>
      </p:sp>
      <p:sp>
        <p:nvSpPr>
          <p:cNvPr id="13" name="Add the missing fact long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exact usage</a:t>
            </a:r>
            <a:endParaRPr lang="en-US" sz="1300" dirty="0"/>
          </a:p>
        </p:txBody>
      </p:sp>
      <p:sp>
        <p:nvSpPr>
          <p:cNvPr id="16" name="Add the missing fact exact usage"/>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examples fail</a:t>
            </a:r>
            <a:endParaRPr lang="en-US" sz="1300" dirty="0"/>
          </a:p>
        </p:txBody>
      </p:sp>
      <p:sp>
        <p:nvSpPr>
          <p:cNvPr id="49" name="Think only on failure examples fail"/>
          <p:cNvSpPr/>
          <p:nvPr/>
        </p:nvSpPr>
        <p:spPr>
          <a:xfrm>
            <a:off x="2029968" y="5212080"/>
            <a:ext cx="742950" cy="237744"/>
          </a:xfrm>
          <a:prstGeom prst="rect">
            <a:avLst/>
          </a:prstGeom>
          <a:solidFill>
            <a:srgbClr val="5B9BD5"/>
          </a:solidFill>
          <a:ln w="6350">
            <a:solidFill>
              <a:srgbClr val="5B9BD5"/>
            </a:solidFill>
            <a:prstDash val="solid"/>
          </a:ln>
        </p:spPr>
      </p:sp>
      <p:sp>
        <p:nvSpPr>
          <p:cNvPr id="50" name="Text 48"/>
          <p:cNvSpPr txBox="1"/>
          <p:nvPr/>
        </p:nvSpPr>
        <p:spPr>
          <a:xfrm>
            <a:off x="2827782" y="5166360"/>
            <a:ext cx="1051560" cy="329184"/>
          </a:xfrm>
          <a:prstGeom prst="rect">
            <a:avLst/>
          </a:prstGeom>
          <a:noFill/>
          <a:ln/>
        </p:spPr>
        <p:txBody>
          <a:bodyPr wrap="square" lIns="0" tIns="0" rIns="0" bIns="0" rtlCol="0" anchor="ctr"/>
          <a:lstStyle/>
          <a:p>
            <a:pPr indent="0" marL="0">
              <a:buNone/>
            </a:pPr>
            <a:r>
              <a:rPr lang="en-US" sz="1300" b="1" dirty="0">
                <a:solidFill>
                  <a:srgbClr val="5B9BD5"/>
                </a:solidFill>
              </a:rPr>
              <a:t>65% · 20k</a:t>
            </a:r>
            <a:endParaRPr lang="en-US" sz="1300" dirty="0"/>
          </a:p>
        </p:txBody>
      </p:sp>
      <p:sp>
        <p:nvSpPr>
          <p:cNvPr id="51" name="Text 49"/>
          <p:cNvSpPr txBox="1"/>
          <p:nvPr/>
        </p:nvSpPr>
        <p:spPr>
          <a:xfrm>
            <a:off x="54864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 brute force</a:t>
            </a:r>
            <a:endParaRPr lang="en-US" sz="1300" dirty="0"/>
          </a:p>
        </p:txBody>
      </p:sp>
      <p:sp>
        <p:nvSpPr>
          <p:cNvPr id="52" name="Think only on failure + brute force"/>
          <p:cNvSpPr/>
          <p:nvPr/>
        </p:nvSpPr>
        <p:spPr>
          <a:xfrm>
            <a:off x="2029968" y="5596128"/>
            <a:ext cx="757809" cy="237744"/>
          </a:xfrm>
          <a:prstGeom prst="rect">
            <a:avLst/>
          </a:prstGeom>
          <a:solidFill>
            <a:srgbClr val="4472C4"/>
          </a:solidFill>
          <a:ln w="6350">
            <a:solidFill>
              <a:srgbClr val="4472C4"/>
            </a:solidFill>
            <a:prstDash val="solid"/>
          </a:ln>
        </p:spPr>
      </p:sp>
      <p:sp>
        <p:nvSpPr>
          <p:cNvPr id="53" name="Text 51"/>
          <p:cNvSpPr txBox="1"/>
          <p:nvPr/>
        </p:nvSpPr>
        <p:spPr>
          <a:xfrm>
            <a:off x="2842641"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4" name="Text 52"/>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5" name="Text 53"/>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6" name="Text 54"/>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7"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8" name="Text 56"/>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9" name="Text 57"/>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60"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61" name="Text 59"/>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62" name="Text 60"/>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3"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4" name="Text 62"/>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5" name="Text 63"/>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6" name="Text 64"/>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208 problems × 3 models: % · tokens</a:t>
            </a:r>
            <a:endParaRPr lang="en-US" sz="1200" dirty="0"/>
          </a:p>
        </p:txBody>
      </p:sp>
      <p:sp>
        <p:nvSpPr>
          <p:cNvPr id="67" name="Text 65"/>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8"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9" name="Text 67"/>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70" name="Text 68"/>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71"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72" name="Text 70"/>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3" name="Text 71"/>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4"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5" name="Text 73"/>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the exact usage (11 lines)"/>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the exact usage (11 lines)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27" name="bar Exact usage"/>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with a quick brute-force check added: same 66%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when a check fails</a:t>
            </a:r>
            <a:endParaRPr lang="en-US" sz="1600" dirty="0"/>
          </a:p>
        </p:txBody>
      </p:sp>
      <p:sp>
        <p:nvSpPr>
          <p:cNvPr id="26" name="bar Think hard only when a check fails"/>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208 problems ×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208 problems ×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208 problems ×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2026-10-20T01:29:49Z</dcterms:created>
  <dcterms:modified xsi:type="dcterms:W3CDTF">2026-10-20T01:29:49Z</dcterms:modified>
</cp:coreProperties>
</file>