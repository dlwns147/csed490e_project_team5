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ce6a789c-ffd0-a728-195c-1428c030edba}">
          <p14:sldIdLst>
            <p14:sldId id="256"/>
            <p14:sldId id="257"/>
            <p14:sldId id="258"/>
            <p14:sldId id="259"/>
            <p14:sldId id="260"/>
          </p14:sldIdLst>
        </p14:section>
        <p14:section name="Findings" id="{1453d720-c310-6b85-2091-6da3f2786c0b}">
          <p14:sldIdLst>
            <p14:sldId id="261"/>
            <p14:sldId id="262"/>
            <p14:sldId id="263"/>
            <p14:sldId id="264"/>
            <p14:sldId id="265"/>
            <p14:sldId id="266"/>
            <p14:sldId id="267"/>
            <p14:sldId id="268"/>
          </p14:sldIdLst>
        </p14:section>
        <p14:section name="Method" id="{1bfd19f8-bdab-8cda-2289-5c6615a48809}">
          <p14:sldIdLst>
            <p14:sldId id="269"/>
            <p14:sldId id="270"/>
            <p14:sldId id="271"/>
            <p14:sldId id="272"/>
            <p14:sldId id="273"/>
            <p14:sldId id="274"/>
            <p14:sldId id="275"/>
          </p14:sldIdLst>
        </p14:section>
        <p14:section name="Next" id="{c2c3b4d0-afbe-5ca3-6b67-c31969de78fb}">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2026-10-19T13:20:52Z</dcterms:created>
  <dcterms:modified xsi:type="dcterms:W3CDTF">2026-10-19T13:20:52Z</dcterms:modified>
</cp:coreProperties>
</file>