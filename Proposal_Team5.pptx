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d3273dd-3d64-e50f-bc11-aa4b0041dda1}">
          <p14:sldIdLst>
            <p14:sldId id="256"/>
            <p14:sldId id="257"/>
            <p14:sldId id="258"/>
            <p14:sldId id="259"/>
            <p14:sldId id="260"/>
            <p14:sldId id="261"/>
            <p14:sldId id="262"/>
            <p14:sldId id="263"/>
            <p14:sldId id="264"/>
          </p14:sldIdLst>
        </p14:section>
        <p14:section name="Extra pages" id="{7ce8f15d-6446-e027-f25f-7d72e8180949}">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하지만 두 가지가 문제입니다. 첫째, 프로그램은 조용히 틀립니다. 왼쪽 그림처럼 점 10개를 고무줄로 감싸면 꼭짓점이 6개입니다. 같은 모델에게 이 개수를 세는 프로그램을 두 번 짜게 했습니다. 문제만 준 프로그램 A는 6을 내고, 필요 없는 도우미 함수 8개를 같이 준 프로그램 B는 0을 냅니다. B는 에러 없이 그냥 틀린 숫자를 내서, 답을 모르면 틀린 줄 알 수 없습니다. 없는 함수를 불러 아예 멈추기도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앞서 푼 같은 종류의 문제들에서 검사를 통과한 프로그램을 힌트 풀로 모으고, 가장 짧은 것을 씁니다. 이 풀은 정답 없이, 문제가 들어오는 대로 채워집니다.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2026-10-20T00:44:12Z</dcterms:created>
  <dcterms:modified xsi:type="dcterms:W3CDTF">2026-10-20T00:44:12Z</dcterms:modified>
</cp:coreProperties>
</file>