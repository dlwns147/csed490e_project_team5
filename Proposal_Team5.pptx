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07e7ce68-ed37-fa5c-98c3-394c1c945571}">
          <p14:sldIdLst>
            <p14:sldId id="256"/>
            <p14:sldId id="257"/>
            <p14:sldId id="258"/>
            <p14:sldId id="259"/>
            <p14:sldId id="260"/>
            <p14:sldId id="261"/>
            <p14:sldId id="262"/>
            <p14:sldId id="263"/>
            <p14:sldId id="264"/>
          </p14:sldIdLst>
        </p14:section>
        <p14:section name="Extra pages" id="{18a0e390-0c17-7174-2437-e50ae187fdc8}">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새로운 점은 세 가지입니다. 학습 없이 공짜 검사가 실패할 때만 생각해서 74%를 87%로 올렸고, 매뉴얼 대신 사람 없이 고른 짧은 힌트 하나를 주며, 파인튜닝한 특화 모델과 같은 69.5%를 학습 없이 24GB GPU 한 장으로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 specialist: 69.5% on MAMO</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no training, one 24 GB GPU: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36208"/>
            <a:ext cx="10424160" cy="502920"/>
          </a:xfrm>
          <a:prstGeom prst="rect">
            <a:avLst/>
          </a:prstGeom>
          <a:noFill/>
          <a:ln/>
        </p:spPr>
        <p:txBody>
          <a:bodyPr wrap="square" lIns="0" tIns="0" rIns="0" bIns="0" rtlCol="0" anchor="t"/>
          <a:lstStyle/>
          <a:p>
            <a:pPr indent="0" marL="0">
              <a:buNone/>
            </a:pPr>
            <a:r>
              <a:rPr lang="en-US" sz="1000" dirty="0">
                <a:solidFill>
                  <a:srgbClr val="7F7F7F"/>
                </a:solidFill>
              </a:rPr>
              <a:t>References: Snell et al., Scaling LLM Test-Time Compute Optimally, ICLR 2025 (think on hard problems) · DRoC, ICLR 2025 (documentation for solver code) · Huang et al., ORLM, arXiv 2405.17743, 2024 (fine-tuned specialist) · Huang et al., Mamo benchmark, 2024 · Zheng et al., miniF2F, ICLR 2022 (Lean proofs). Note: 24 GB = Qwen3-8B fits one RTX 3090-class GPU (weights + a 16k-token cache); our runs used 96 GB GPUs</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2026-10-19T19:56:05Z</dcterms:created>
  <dcterms:modified xsi:type="dcterms:W3CDTF">2026-10-19T19:56:05Z</dcterms:modified>
</cp:coreProperties>
</file>