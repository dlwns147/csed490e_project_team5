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f8c5e5c-fbee-10de-a7a2-0669fce852ec}">
          <p14:sldIdLst>
            <p14:sldId id="256"/>
            <p14:sldId id="257"/>
            <p14:sldId id="258"/>
            <p14:sldId id="259"/>
            <p14:sldId id="260"/>
            <p14:sldId id="261"/>
            <p14:sldId id="262"/>
            <p14:sldId id="263"/>
            <p14:sldId id="264"/>
          </p14:sldIdLst>
        </p14:section>
        <p14:section name="Extra pages" id="{13598940-678c-914d-c545-1d9094ea819c}">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[생략 가능] 포함 80초) 두 발견을 합친 것이 저희 방법입니다. 실제 최적화 문제로 보면, 1단계에서 모델이 없는 메서드를 불러 죽습니다. 2단계 힌트는 모델이 다른 문제에서 짜서 검사를 통과한 자기 프로그램에서 자동으로 가져옵니다. 3단계, 두 버전의 답이 20000으로 같으니 4단계 생각은 건너뛰어, 생각만 했을 때의 5.3k 대신 0.6k 토큰을 씁니다. 5단계, 같은 종류의 새 데이터에는 이 프로그램을 재사용합니다. [생략 가능] 아이콘은 각 단계를 쓰는 문제 종류이고, 경시 문제는 라이브러리가 없어 힌트 없이 검사와 생각만 씁니다. 전체 비교는 이렇게 했습니다. 기존 방식은 각 문제에 세 번 빠르게 답하게 해서 답이 갈리는 문제를 어렵다고 보고 거기에 생각을 씁니다. 저희는 모든 문제에 사람이 쓴 힌트를 먼저 주고 검사에 실패한 문제만 생각하게 합니다. 기하와 최적화 208문제를 세 모델로 풀면 정답률이 74% 대 87%, 토큰은 4.1k 대 2.5k입니다. [생략 가능] 오른쪽 79%는 개발에 쓰지 않은 MAMO 문제 863개에서 gpt-oss-20b에 자동 힌트를 준 결과로, 사람이 쓴 힌트와 같고, 힌트가 없으면 73%입니다.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83464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749040" y="406908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83464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749040" y="4535424"/>
            <a:ext cx="246888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3" name="Text 39"/>
          <p:cNvSpPr txBox="1"/>
          <p:nvPr/>
        </p:nvSpPr>
        <p:spPr>
          <a:xfrm>
            <a:off x="283464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s, hand-written hint"/>
          <p:cNvSpPr/>
          <p:nvPr/>
        </p:nvSpPr>
        <p:spPr>
          <a:xfrm>
            <a:off x="3749040" y="5065776"/>
            <a:ext cx="1505415" cy="256032"/>
          </a:xfrm>
          <a:prstGeom prst="rect">
            <a:avLst/>
          </a:prstGeom>
          <a:solidFill>
            <a:srgbClr val="4472C4"/>
          </a:solidFill>
          <a:ln w="6350">
            <a:solidFill>
              <a:srgbClr val="4472C4"/>
            </a:solidFill>
            <a:prstDash val="solid"/>
          </a:ln>
        </p:spPr>
      </p:sp>
      <p:sp>
        <p:nvSpPr>
          <p:cNvPr id="65" name="Text 41"/>
          <p:cNvSpPr txBox="1"/>
          <p:nvPr/>
        </p:nvSpPr>
        <p:spPr>
          <a:xfrm>
            <a:off x="5345895"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731520"/>
          </a:xfrm>
          <a:prstGeom prst="rect">
            <a:avLst/>
          </a:prstGeom>
          <a:noFill/>
          <a:ln/>
        </p:spPr>
        <p:txBody>
          <a:bodyPr wrap="square" lIns="0" tIns="0" rIns="0" bIns="0" rtlCol="0" anchor="t"/>
          <a:lstStyle/>
          <a:p>
            <a:pPr indent="0" marL="0">
              <a:buNone/>
            </a:pPr>
            <a:r>
              <a:rPr lang="en-US" sz="1400" dirty="0">
                <a:solidFill>
                  <a:schemeClr val="tx1"/>
                </a:solidFill>
              </a:rPr>
              <a:t>gpt-oss-20b on 863 held-out MAMO problems: its own checked program as the hint = a hand-written hint (no hint: 73%)</a:t>
            </a:r>
            <a:endParaRPr lang="en-US" sz="1400" dirty="0"/>
          </a:p>
        </p:txBody>
      </p:sp>
      <p:sp>
        <p:nvSpPr>
          <p:cNvPr id="68" name="Text 44"/>
          <p:cNvSpPr txBox="1"/>
          <p:nvPr/>
        </p:nvSpPr>
        <p:spPr>
          <a:xfrm>
            <a:off x="7498080" y="4983480"/>
            <a:ext cx="4114800" cy="365760"/>
          </a:xfrm>
          <a:prstGeom prst="rect">
            <a:avLst/>
          </a:prstGeom>
          <a:noFill/>
          <a:ln/>
        </p:spPr>
        <p:txBody>
          <a:bodyPr wrap="square" lIns="0" tIns="0" rIns="0" bIns="0" rtlCol="0" anchor="ctr"/>
          <a:lstStyle/>
          <a:p>
            <a:pPr indent="0" marL="0">
              <a:buNone/>
            </a:pPr>
            <a:r>
              <a:rPr lang="en-US" sz="1400" dirty="0">
                <a:solidFill>
                  <a:schemeClr val="tx1"/>
                </a:solidFill>
              </a:rPr>
              <a:t>This problem: </a:t>
            </a:r>
            <a:pPr indent="0" marL="0">
              <a:buNone/>
            </a:pPr>
            <a:r>
              <a:rPr lang="en-US" sz="1400" b="1" dirty="0">
                <a:solidFill>
                  <a:srgbClr val="4472C4"/>
                </a:solidFill>
              </a:rPr>
              <a:t>0.6k tokens</a:t>
            </a:r>
            <a:pPr indent="0" marL="0">
              <a:buNone/>
            </a:pPr>
            <a:r>
              <a:rPr lang="en-US" sz="1400" dirty="0">
                <a:solidFill>
                  <a:schemeClr val="tx1"/>
                </a:solidFill>
              </a:rPr>
              <a:t> (thinking alone: 5.3k)</a:t>
            </a:r>
            <a:endParaRPr lang="en-US" sz="1400" dirty="0"/>
          </a:p>
        </p:txBody>
      </p:sp>
      <p:sp>
        <p:nvSpPr>
          <p:cNvPr id="69" name="Text 4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where 3 quick answers disagree,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on the same 208 problems</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 1.1k tokens</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69.5% at 1.0k tokens</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2026-10-19T18:30:42Z</dcterms:created>
  <dcterms:modified xsi:type="dcterms:W3CDTF">2026-10-19T18:30:42Z</dcterms:modified>
</cp:coreProperties>
</file>