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da69995-112b-6f19-0356-937471a1dbd3}">
          <p14:sldIdLst>
            <p14:sldId id="256"/>
            <p14:sldId id="257"/>
            <p14:sldId id="258"/>
            <p14:sldId id="259"/>
            <p14:sldId id="260"/>
            <p14:sldId id="261"/>
            <p14:sldId id="262"/>
            <p14:sldId id="263"/>
            <p14:sldId id="264"/>
          </p14:sldIdLst>
        </p14:section>
        <p14:section name="Extra pages" id="{c8219b6e-e90c-e5d0-7e54-3ed70bf538e7}">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검사가 실패할 때만 생각해서 74%를 87%로 올렸고, 매뉴얼 대신 사람 없이 고른 짧은 힌트 하나를 주며, 파인튜닝한 특화 모델과 같은 69.5%를 학습 없이 24GB GPU 한 장으로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69.5% on MAMO</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no training, one 24 GB GPU: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2026-10-19T19:53:55Z</dcterms:created>
  <dcterms:modified xsi:type="dcterms:W3CDTF">2026-10-19T19:53:55Z</dcterms:modified>
</cp:coreProperties>
</file>