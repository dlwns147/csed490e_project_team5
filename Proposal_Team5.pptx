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25c03cd-66ee-90dc-c657-2bc5e755be8f}">
          <p14:sldIdLst>
            <p14:sldId id="256"/>
            <p14:sldId id="257"/>
            <p14:sldId id="258"/>
            <p14:sldId id="259"/>
            <p14:sldId id="260"/>
            <p14:sldId id="261"/>
            <p14:sldId id="262"/>
            <p14:sldId id="263"/>
            <p14:sldId id="264"/>
          </p14:sldIdLst>
        </p14:section>
        <p14:section name="Extra pages" id="{cebb3469-6b71-9e1a-b08d-5b00c5734770}">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LLM으로 계산 수학 문제를 정확하고 싸게 푸는 방법을 제안합니다.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두 번째 발견입니다. 공짜 검사가 실패할 때만 생각하게 하세요.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검사로 생각할 때를 정하고, 정답 없이 모델 자신의 프로그램을 힌트로 쓰며, 파인튜닝한 특화 모델 ORLM-8B와 같은 69.5%를 학습하지 않은 8B 모델로 냅니다. 다음으로는 더 많은 모델로 검증하고, 실행은 되지만 문제를 잘못 수식으로 옮긴 오류를 다루고,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a free check works</a:t>
            </a:r>
            <a:endParaRPr lang="en-US" sz="1800" dirty="0"/>
          </a:p>
        </p:txBody>
      </p:sp>
      <p:sp>
        <p:nvSpPr>
          <p:cNvPr id="13" name="box The problem shows an"/>
          <p:cNvSpPr/>
          <p:nvPr/>
        </p:nvSpPr>
        <p:spPr>
          <a:xfrm>
            <a:off x="777240" y="1874520"/>
            <a:ext cx="4892040" cy="566928"/>
          </a:xfrm>
          <a:prstGeom prst="roundRect">
            <a:avLst>
              <a:gd name="adj" fmla="val 9677"/>
            </a:avLst>
          </a:prstGeom>
          <a:solidFill>
            <a:srgbClr val="FFFFFF"/>
          </a:solidFill>
          <a:ln w="9525">
            <a:solidFill>
              <a:srgbClr val="BFBFBF"/>
            </a:solidFill>
            <a:prstDash val="solid"/>
          </a:ln>
        </p:spPr>
      </p:sp>
      <p:sp>
        <p:nvSpPr>
          <p:cNvPr id="14" name="Text 7"/>
          <p:cNvSpPr txBox="1"/>
          <p:nvPr/>
        </p:nvSpPr>
        <p:spPr>
          <a:xfrm>
            <a:off x="850392" y="187452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441448"/>
            <a:ext cx="0" cy="210312"/>
          </a:xfrm>
          <a:prstGeom prst="line">
            <a:avLst/>
          </a:prstGeom>
          <a:noFill/>
          <a:ln w="25400">
            <a:solidFill>
              <a:srgbClr val="7F7F7F"/>
            </a:solidFill>
            <a:prstDash val="solid"/>
            <a:tailEnd type="triangle"/>
          </a:ln>
        </p:spPr>
      </p:sp>
      <p:sp>
        <p:nvSpPr>
          <p:cNvPr id="16" name="box Run our program on 3"/>
          <p:cNvSpPr/>
          <p:nvPr/>
        </p:nvSpPr>
        <p:spPr>
          <a:xfrm>
            <a:off x="777240" y="2651760"/>
            <a:ext cx="4892040" cy="566928"/>
          </a:xfrm>
          <a:prstGeom prst="roundRect">
            <a:avLst>
              <a:gd name="adj" fmla="val 9677"/>
            </a:avLst>
          </a:prstGeom>
          <a:solidFill>
            <a:srgbClr val="FFFFFF"/>
          </a:solidFill>
          <a:ln w="9525">
            <a:solidFill>
              <a:srgbClr val="BFBFBF"/>
            </a:solidFill>
            <a:prstDash val="solid"/>
          </a:ln>
        </p:spPr>
      </p:sp>
      <p:sp>
        <p:nvSpPr>
          <p:cNvPr id="17" name="Text 10"/>
          <p:cNvSpPr txBox="1"/>
          <p:nvPr/>
        </p:nvSpPr>
        <p:spPr>
          <a:xfrm>
            <a:off x="850392" y="265176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218688"/>
            <a:ext cx="182880" cy="237744"/>
          </a:xfrm>
          <a:prstGeom prst="line">
            <a:avLst/>
          </a:prstGeom>
          <a:noFill/>
          <a:ln w="25400">
            <a:solidFill>
              <a:srgbClr val="7F7F7F"/>
            </a:solidFill>
            <a:prstDash val="solid"/>
            <a:tailEnd type="triangle"/>
          </a:ln>
        </p:spPr>
      </p:sp>
      <p:sp>
        <p:nvSpPr>
          <p:cNvPr id="19" name="Shape 12"/>
          <p:cNvSpPr/>
          <p:nvPr/>
        </p:nvSpPr>
        <p:spPr>
          <a:xfrm>
            <a:off x="4343400" y="3218688"/>
            <a:ext cx="182880" cy="237744"/>
          </a:xfrm>
          <a:prstGeom prst="line">
            <a:avLst/>
          </a:prstGeom>
          <a:noFill/>
          <a:ln w="25400">
            <a:solidFill>
              <a:srgbClr val="7F7F7F"/>
            </a:solidFill>
            <a:prstDash val="solid"/>
            <a:tailEnd type="triangle"/>
          </a:ln>
        </p:spPr>
      </p:sp>
      <p:sp>
        <p:nvSpPr>
          <p:cNvPr id="20" name="box ✓ same → submit (no "/>
          <p:cNvSpPr/>
          <p:nvPr/>
        </p:nvSpPr>
        <p:spPr>
          <a:xfrm>
            <a:off x="777240" y="3456432"/>
            <a:ext cx="2377440" cy="658368"/>
          </a:xfrm>
          <a:prstGeom prst="roundRect">
            <a:avLst>
              <a:gd name="adj" fmla="val 8333"/>
            </a:avLst>
          </a:prstGeom>
          <a:solidFill>
            <a:srgbClr val="E2F0D9"/>
          </a:solidFill>
          <a:ln w="9525">
            <a:solidFill>
              <a:srgbClr val="BFBFBF"/>
            </a:solidFill>
            <a:prstDash val="solid"/>
          </a:ln>
        </p:spPr>
      </p:sp>
      <p:sp>
        <p:nvSpPr>
          <p:cNvPr id="21" name="Text 14"/>
          <p:cNvSpPr txBox="1"/>
          <p:nvPr/>
        </p:nvSpPr>
        <p:spPr>
          <a:xfrm>
            <a:off x="850392" y="3456432"/>
            <a:ext cx="2231136" cy="658368"/>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456432"/>
            <a:ext cx="2377440" cy="658368"/>
          </a:xfrm>
          <a:prstGeom prst="roundRect">
            <a:avLst>
              <a:gd name="adj" fmla="val 8333"/>
            </a:avLst>
          </a:prstGeom>
          <a:solidFill>
            <a:srgbClr val="FADBD8"/>
          </a:solidFill>
          <a:ln w="9525">
            <a:solidFill>
              <a:srgbClr val="BFBFBF"/>
            </a:solidFill>
            <a:prstDash val="solid"/>
          </a:ln>
        </p:spPr>
      </p:sp>
      <p:sp>
        <p:nvSpPr>
          <p:cNvPr id="23" name="Text 16"/>
          <p:cNvSpPr txBox="1"/>
          <p:nvPr/>
        </p:nvSpPr>
        <p:spPr>
          <a:xfrm>
            <a:off x="3364992" y="3456432"/>
            <a:ext cx="2231136" cy="658368"/>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279392"/>
            <a:ext cx="4892040" cy="365760"/>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09160"/>
            <a:ext cx="1463040" cy="548640"/>
          </a:xfrm>
          <a:prstGeom prst="roundRect">
            <a:avLst>
              <a:gd name="adj" fmla="val 10000"/>
            </a:avLst>
          </a:prstGeom>
          <a:solidFill>
            <a:srgbClr val="FFFFFF"/>
          </a:solidFill>
          <a:ln w="9525">
            <a:solidFill>
              <a:srgbClr val="BFBFBF"/>
            </a:solidFill>
            <a:prstDash val="solid"/>
          </a:ln>
        </p:spPr>
      </p:sp>
      <p:sp>
        <p:nvSpPr>
          <p:cNvPr id="26" name="Text 19"/>
          <p:cNvSpPr txBox="1"/>
          <p:nvPr/>
        </p:nvSpPr>
        <p:spPr>
          <a:xfrm>
            <a:off x="85039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09160"/>
            <a:ext cx="1463040" cy="548640"/>
          </a:xfrm>
          <a:prstGeom prst="roundRect">
            <a:avLst>
              <a:gd name="adj" fmla="val 10000"/>
            </a:avLst>
          </a:prstGeom>
          <a:solidFill>
            <a:srgbClr val="FFFFFF"/>
          </a:solidFill>
          <a:ln w="9525">
            <a:solidFill>
              <a:srgbClr val="BFBFBF"/>
            </a:solidFill>
            <a:prstDash val="solid"/>
          </a:ln>
        </p:spPr>
      </p:sp>
      <p:sp>
        <p:nvSpPr>
          <p:cNvPr id="28" name="Text 21"/>
          <p:cNvSpPr txBox="1"/>
          <p:nvPr/>
        </p:nvSpPr>
        <p:spPr>
          <a:xfrm>
            <a:off x="240487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4983480"/>
            <a:ext cx="228600" cy="0"/>
          </a:xfrm>
          <a:prstGeom prst="line">
            <a:avLst/>
          </a:prstGeom>
          <a:noFill/>
          <a:ln w="25400">
            <a:solidFill>
              <a:srgbClr val="7F7F7F"/>
            </a:solidFill>
            <a:prstDash val="solid"/>
            <a:tailEnd type="triangle"/>
          </a:ln>
        </p:spPr>
      </p:sp>
      <p:sp>
        <p:nvSpPr>
          <p:cNvPr id="30" name="box ✗ different → think"/>
          <p:cNvSpPr/>
          <p:nvPr/>
        </p:nvSpPr>
        <p:spPr>
          <a:xfrm>
            <a:off x="4023360" y="4709160"/>
            <a:ext cx="1645920" cy="548640"/>
          </a:xfrm>
          <a:prstGeom prst="roundRect">
            <a:avLst>
              <a:gd name="adj" fmla="val 10000"/>
            </a:avLst>
          </a:prstGeom>
          <a:solidFill>
            <a:srgbClr val="FADBD8"/>
          </a:solidFill>
          <a:ln w="9525">
            <a:solidFill>
              <a:srgbClr val="BFBFBF"/>
            </a:solidFill>
            <a:prstDash val="solid"/>
          </a:ln>
        </p:spPr>
      </p:sp>
      <p:sp>
        <p:nvSpPr>
          <p:cNvPr id="31" name="Text 24"/>
          <p:cNvSpPr txBox="1"/>
          <p:nvPr/>
        </p:nvSpPr>
        <p:spPr>
          <a:xfrm>
            <a:off x="4096512" y="4709160"/>
            <a:ext cx="1499616" cy="548640"/>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2026-10-19T19:30:36Z</dcterms:created>
  <dcterms:modified xsi:type="dcterms:W3CDTF">2026-10-19T19:30:36Z</dcterms:modified>
</cp:coreProperties>
</file>