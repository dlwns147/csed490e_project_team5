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9b82ae02-fd60-1b90-42e4-1bfc7d552adf}">
          <p14:sldIdLst>
            <p14:sldId id="256"/>
            <p14:sldId id="257"/>
            <p14:sldId id="258"/>
            <p14:sldId id="259"/>
            <p14:sldId id="260"/>
            <p14:sldId id="261"/>
            <p14:sldId id="262"/>
            <p14:sldId id="263"/>
            <p14:sldId id="264"/>
          </p14:sldIdLst>
        </p14:section>
        <p14:section name="Extra pages" id="{b3f4f5ac-6c38-c25b-d7a1-09f573ac31f9}">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새로운 점은 세 가지입니다. 학습 없이 공짜 검사로 생각할 때를 정하고, 정답 없이 모델 자신의 프로그램을 힌트로 쓰며, 파인튜닝한 특화 모델 ORLM-8B와 같은 69.5%를 학습하지 않은 8B 모델로 냅니다. 다음으로는 힌트와 검사를 자동으로, 더 정확하고 싸게 만들겠습니다. 문제 종류마다 힌트를 자동으로 고르고, 토큰 없이 더 많은 실수를 잡는 검사도 자동으로 고르고, 더 많은 모델에서 확인해 보고서와 코드로 내겠습니다.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MAMO 검증을 Qwen3-32B와 Qwen3.6까지 세 번씩 마치고,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get the hints and run the checks automatically, better and cheaper</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fact.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picked automatically for every problem type</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check.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checks: chosen automatically, catching more for no extra tokens</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test both on more models;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2026-10-19T19:49:28Z</dcterms:created>
  <dcterms:modified xsi:type="dcterms:W3CDTF">2026-10-19T19:49:28Z</dcterms:modified>
</cp:coreProperties>
</file>