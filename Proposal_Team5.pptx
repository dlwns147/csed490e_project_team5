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649f8c10-6566-ef5b-33fb-f6515984bcb1}">
          <p14:sldIdLst>
            <p14:sldId id="256"/>
            <p14:sldId id="257"/>
            <p14:sldId id="258"/>
            <p14:sldId id="259"/>
            <p14:sldId id="260"/>
            <p14:sldId id="261"/>
            <p14:sldId id="262"/>
            <p14:sldId id="263"/>
            <p14:sldId id="264"/>
          </p14:sldIdLst>
        </p14:section>
        <p14:section name="Extra pages" id="{be8bfbbc-be35-945a-1165-71777fc558d8}">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하지만 두 가지가 문제입니다. 첫째, 프로그램은 조용히 틀립니다. 왼쪽 그림처럼 점 10개를 고무줄로 감싸면 꼭짓점이 6개입니다. 같은 모델에게 이 개수를 세는 프로그램을 두 번 짜게 했습니다. 문제만 준 프로그램 A는 6을 내고, 필요 없는 도우미 함수 8개를 같이 준 프로그램 B는 0을 냅니다. B는 에러 없이 그냥 틀린 숫자를 내서, 답을 모르면 틀린 줄 알 수 없습니다. 없는 함수를 불러 아예 멈추기도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둘을 합친 것이 저희 방법입니다. 힌트를 붙여 쓰고, 검사하고, 실패할 때만 생각하고, 같은 종류가 다시 오면 재사용합니다. 힌트는 사람 없이 이렇게 만듭니다. 모델이 앞서 같은 종류의 다른 문제들에 짠 프로그램 중 에러 없이 실행되어 숫자를 출력한 것만 모으고, 그중 가장 짧은 프로그램 코드를 '다른 문제용으로 짠, 돌아가는 프로그램'이라는 설명과 함께 프롬프트에 예시로 붙입니다. 모델은 그 코드를 실행하지 않고, 함수 쓰는 법만 보고 자기 문제의 프로그램을 새로 짭니다.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685800"/>
          </a:xfrm>
          <a:prstGeom prst="rect">
            <a:avLst/>
          </a:prstGeom>
          <a:noFill/>
          <a:ln/>
        </p:spPr>
        <p:txBody>
          <a:bodyPr wrap="square" lIns="0" tIns="0" rIns="0" bIns="0" rtlCol="0" anchor="t"/>
          <a:lstStyle/>
          <a:p>
            <a:pPr indent="0" marL="0">
              <a:buNone/>
            </a:pPr>
            <a:r>
              <a:rPr lang="en-US" sz="1300" dirty="0">
                <a:solidFill>
                  <a:schemeClr val="tx2"/>
                </a:solidFill>
              </a:rPr>
              <a:t>A: the task only. B: the task + 8 helper functions it did not need (Qwen3-14B)</a:t>
            </a:r>
            <a:endParaRPr lang="en-US" sz="13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runs and prints a "/>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runs and prints a number</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pasted as "/>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pasted as an example</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77640"/>
            <a:ext cx="4983480" cy="1463040"/>
          </a:xfrm>
          <a:prstGeom prst="rect">
            <a:avLst/>
          </a:prstGeom>
          <a:noFill/>
          <a:ln/>
        </p:spPr>
        <p:txBody>
          <a:bodyPr wrap="square" lIns="0" tIns="0" rIns="0" bIns="0" rtlCol="0" anchor="t"/>
          <a:lstStyle/>
          <a:p>
            <a:pPr indent="0" marL="0">
              <a:buNone/>
            </a:pPr>
            <a:r>
              <a:rPr lang="en-US" sz="1400" b="1" dirty="0">
                <a:solidFill>
                  <a:schemeClr val="tx1"/>
                </a:solidFill>
              </a:rPr>
              <a:t>Limits: </a:t>
            </a:r>
            <a:pPr indent="0" marL="0">
              <a:buNone/>
            </a:pPr>
            <a:r>
              <a:rPr lang="en-US" sz="1400" dirty="0">
                <a:solidFill>
                  <a:schemeClr val="tx1"/>
                </a:solidFill>
              </a:rPr>
              <a:t>it keeps 60–77% of what a full library gives; the library holds five models' programs; if a model's own programs for a type are all wrong, so is its hint; on varied problems it mostly saves tokens.</a:t>
            </a:r>
            <a:endParaRPr lang="en-US" sz="14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2026-10-20T01:16:37Z</dcterms:created>
  <dcterms:modified xsi:type="dcterms:W3CDTF">2026-10-20T01:16:37Z</dcterms:modified>
</cp:coreProperties>
</file>