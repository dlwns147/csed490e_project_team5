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46467f7-c4c9-b2e3-15b8-2cc65cd6b02b}">
          <p14:sldIdLst>
            <p14:sldId id="256"/>
            <p14:sldId id="257"/>
            <p14:sldId id="258"/>
            <p14:sldId id="259"/>
            <p14:sldId id="260"/>
            <p14:sldId id="261"/>
            <p14:sldId id="262"/>
            <p14:sldId id="263"/>
            <p14:sldId id="264"/>
          </p14:sldIdLst>
        </p14:section>
        <p14:section name="Extra pages" id="{5931e1d7-a719-afa7-7cef-69c0c54d2f01}">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힌트를 줍니다. 이 힌트는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단계 아래 아이콘은 그 단계를 어디에 쓰는지입니다. 경시 문제는 라이브러리 없이 알고리즘만 짜서 힌트가 필요 없고, 검사와 생각만 씁니다. 재사용은 같은 문제가 반복되는 경로 문제에만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힌트로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짧은 힌트를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Can retrieval (RAG) find the hint? (slide 5)
16: Why can thinking make it worse? (slide 5)
17: What if a wrong program passes the check? (slide 6)
18: Is there always a free check? (slide 6)
19: Who writes the hint? (slide 7)
20: Is 'think on the hardest' a weak baseline? (slide 7)
29: What if the same problem repeats? (slide 7)
11: Why no hint for contest problems? (slide 7)
28: Where does the recipe stop? (slide 7)
21, 22, 23: What is new vs PAL and cascades? (slide 8)
24: Why not majority voting? (slide 8)
25, 30: Is the comparison fair? (slide 8)
26: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없습니다. 실패의 원인이 추론이라서, 예제와 짧은 완전 탐색 프로그램으로 검사하고 실패할 때만 더 생각하게 하면 항상 생각할 때와 같은 66%를 18% 적은 토큰에 얻습니다. 재사용은 같은 문제가 데이터만 바뀌어 반복될 때 쓰므로 매번 새 문제인 경시에는 맞지 않습니다. 전체 방법의 87% 대 74%는 기하와 최적화 208문제를 세 모델로 푼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56032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474720" y="406908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56032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474720" y="4535424"/>
            <a:ext cx="274320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63" name="Text 39"/>
          <p:cNvSpPr txBox="1"/>
          <p:nvPr/>
        </p:nvSpPr>
        <p:spPr>
          <a:xfrm>
            <a:off x="256032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 method"/>
          <p:cNvSpPr/>
          <p:nvPr/>
        </p:nvSpPr>
        <p:spPr>
          <a:xfrm>
            <a:off x="3474720" y="5065776"/>
            <a:ext cx="1672683" cy="256032"/>
          </a:xfrm>
          <a:prstGeom prst="rect">
            <a:avLst/>
          </a:prstGeom>
          <a:solidFill>
            <a:srgbClr val="4472C4"/>
          </a:solidFill>
          <a:ln w="6350">
            <a:solidFill>
              <a:srgbClr val="4472C4"/>
            </a:solidFill>
            <a:prstDash val="solid"/>
          </a:ln>
        </p:spPr>
      </p:sp>
      <p:sp>
        <p:nvSpPr>
          <p:cNvPr id="65" name="Text 41"/>
          <p:cNvSpPr txBox="1"/>
          <p:nvPr/>
        </p:nvSpPr>
        <p:spPr>
          <a:xfrm>
            <a:off x="5238843"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457200"/>
          </a:xfrm>
          <a:prstGeom prst="rect">
            <a:avLst/>
          </a:prstGeom>
          <a:noFill/>
          <a:ln/>
        </p:spPr>
        <p:txBody>
          <a:bodyPr wrap="square" lIns="0" tIns="0" rIns="0" bIns="0" rtlCol="0" anchor="t"/>
          <a:lstStyle/>
          <a:p>
            <a:pPr indent="0" marL="0">
              <a:buNone/>
            </a:pPr>
            <a:r>
              <a:rPr lang="en-US" sz="1400" dirty="0">
                <a:solidFill>
                  <a:schemeClr val="tx1"/>
                </a:solidFill>
              </a:rPr>
              <a:t>the hint found automatically (its own earlier checked program) = a hand-written hint, on new problems</a:t>
            </a:r>
            <a:endParaRPr lang="en-US" sz="1400" dirty="0"/>
          </a:p>
        </p:txBody>
      </p:sp>
      <p:sp>
        <p:nvSpPr>
          <p:cNvPr id="68" name="Text 44"/>
          <p:cNvSpPr txBox="1"/>
          <p:nvPr/>
        </p:nvSpPr>
        <p:spPr>
          <a:xfrm>
            <a:off x="7498080" y="46451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69" name="Text 45"/>
          <p:cNvSpPr txBox="1"/>
          <p:nvPr/>
        </p:nvSpPr>
        <p:spPr>
          <a:xfrm>
            <a:off x="7498080" y="5084064"/>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70"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hint: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 library to hint: plain algorithms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2026-10-19T14:55:50Z</dcterms:created>
  <dcterms:modified xsi:type="dcterms:W3CDTF">2026-10-19T14:55:50Z</dcterms:modified>
</cp:coreProperties>
</file>