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891769d-04da-33a7-4d87-bc14d35f1d78}">
          <p14:sldIdLst>
            <p14:sldId id="256"/>
            <p14:sldId id="257"/>
            <p14:sldId id="258"/>
            <p14:sldId id="259"/>
            <p14:sldId id="260"/>
            <p14:sldId id="261"/>
            <p14:sldId id="262"/>
            <p14:sldId id="263"/>
            <p14:sldId id="264"/>
          </p14:sldIdLst>
        </p14:section>
        <p14:section name="Extra pages" id="{d42db352-0b1c-fcae-d292-66f9f6aa02b4}">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2026-10-19T20:00:18Z</dcterms:created>
  <dcterms:modified xsi:type="dcterms:W3CDTF">2026-10-19T20:00:18Z</dcterms:modified>
</cp:coreProperties>
</file>