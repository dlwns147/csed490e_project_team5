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de4b744f-05c9-a996-4f90-20089472324c}">
          <p14:sldIdLst>
            <p14:sldId id="256"/>
            <p14:sldId id="257"/>
            <p14:sldId id="258"/>
            <p14:sldId id="259"/>
            <p14:sldId id="260"/>
            <p14:sldId id="261"/>
            <p14:sldId id="262"/>
            <p14:sldId id="263"/>
            <p14:sldId id="264"/>
          </p14:sldIdLst>
        </p14:section>
        <p14:section name="Extra pages" id="{537e110b-0a54-2e93-1358-98ff3502d104}">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77640"/>
            <a:ext cx="4983480" cy="1463040"/>
          </a:xfrm>
          <a:prstGeom prst="rect">
            <a:avLst/>
          </a:prstGeom>
          <a:noFill/>
          <a:ln/>
        </p:spPr>
        <p:txBody>
          <a:bodyPr wrap="square" lIns="0" tIns="0" rIns="0" bIns="0" rtlCol="0" anchor="t"/>
          <a:lstStyle/>
          <a:p>
            <a:pPr indent="0" marL="0">
              <a:buNone/>
            </a:pPr>
            <a:r>
              <a:rPr lang="en-US" sz="1400" b="1" dirty="0">
                <a:solidFill>
                  <a:schemeClr val="tx1"/>
                </a:solidFill>
              </a:rPr>
              <a:t>Limits: </a:t>
            </a:r>
            <a:pPr indent="0" marL="0">
              <a:buNone/>
            </a:pPr>
            <a:r>
              <a:rPr lang="en-US" sz="1400" dirty="0">
                <a:solidFill>
                  <a:schemeClr val="tx1"/>
                </a:solidFill>
              </a:rPr>
              <a:t>it keeps 60–77% of what a full library gives; the library holds five models' programs; if a model's own programs for a type are all wrong, so is its hint; on varied problems it mostly saves tokens.</a:t>
            </a:r>
            <a:endParaRPr lang="en-US" sz="14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2026-10-19T20:07:04Z</dcterms:created>
  <dcterms:modified xsi:type="dcterms:W3CDTF">2026-10-19T20:07:04Z</dcterms:modified>
</cp:coreProperties>
</file>