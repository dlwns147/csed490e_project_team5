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3e2a738c-bcdd-6400-690c-638d43bdc717}">
          <p14:sldIdLst>
            <p14:sldId id="256"/>
            <p14:sldId id="257"/>
          </p14:sldIdLst>
        </p14:section>
        <p14:section name="Findings" id="{da87a800-c12f-245c-98f4-117b2666ef25}">
          <p14:sldIdLst>
            <p14:sldId id="258"/>
          </p14:sldIdLst>
        </p14:section>
        <p14:section name="Method" id="{2fd00c38-4ba0-fe5a-1ffd-5465427fba1c}">
          <p14:sldIdLst>
            <p14:sldId id="259"/>
            <p14:sldId id="260"/>
            <p14:sldId id="261"/>
          </p14:sldIdLst>
        </p14:section>
        <p14:section name="Next" id="{8f9f60ec-5771-a626-f20b-df7af75c8ffa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(10 s) We study how to solve computational math with LLMs: answers that must be computed exactly, with the fewest tokens and the smallest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(45 s) Qwen3-8B, real outputs. Asked to answer directly, it gives a different area for each copy of the same polygon (only the original is right). Asked for a program, it writes the shoelace formula and the computer gets all copies right. Programs still fail silently, and thinking longer is expensive: on 311 contest problems gpt-oss-120b goes from 57% to 66% for 4.4 times the tokens. Goal: effective (exactly right) and efficient (fewest tokens, smallest GPU).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(70 s) Four findings, each a real example. (1) Qwen3-32B with the whole OR-Tools manual invents a method and crashes; five exact lines fix it: optimal plans 23% to 77-90%, while thinking longer gives 3%. (2) Extra helper functions mislead it (a convex hull built on polar_sort prints 0 instead of 6); writing the program with and without them and thinking only when they disagree gives 99% at 4.3k tokens vs 98% at 5.9k for always thinking. (3) Contest problems show sample tests: an easy problem passes and is submitted, a hard one fails and only then gets high effort; same 66% with 18% fewer tokens (gpt-oss-120b, 311 problems). (4) Daily routing: one program checked on 8 past days stays valid on 94% of 48 new days vs 7% with a new program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(45 s) The findings give a recipe, cheapest steps first: write a program, add the missing fact, run a free check, think harder only on a failure, reuse a checked program when the problem repeats.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(50 s) Left: four ways to spend compute on the same 624 problems (Qwen3-8B, Qwen3-32B, Qwen3.6; same order on 3 seeds). Thinking on the hardest-looking problems, the compute-optimal scaling idea, gets 74% at 4.1k tokens; fact first and thinking only when the check fails gets 87% at 2.5k. Right: the fact needs no human (the model's own checked program for a similar problem: gpt-oss-20b 78.8% vs 78.9% hand-written on held-out MAMO); models that fit one 24 GB GPU match Qwen3-32B with the fact; 30 labelled problems choose the best policy for a new task (0.6 points from the best on average).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 s) Published methods run on our benchmarks: difficulty-based compute allocation, the reasoning-model default of always thinking hard, CodeT selection, DRoC retrieval and Dynamic Cheatsheet memory. The recipe is more accurate, cheaper, or both in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(45 s) Limits: formal proofs need a specialized prover (Goedel-Prover-V2-8B 180 of 244 miniF2F statements vs Qwen3-32B 31; a similar proof, thinking or an inequality sheet does not help general models); a mined fact from a different problem type misleads; checks let some wrong programs through. Next: replicate the held-out MAMO test, mine facts per problem type, final report. Full deck with every finding: PROPOSAL_slides_full.pptx.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Tools, Facts, and Checks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 · 5-minute proposal talk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566160" y="12344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Same shape moved, turned or flipped, so the right answer never changes: 436 (twice its area)</a:t>
            </a:r>
            <a:endParaRPr lang="en-US" sz="16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69164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566160" y="3246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original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3246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moved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3246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turned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0" y="3246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flipped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840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Answer in words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</a:rPr>
              <a:t>the model does the arithmetic itself</a:t>
            </a:r>
            <a:endParaRPr lang="en-US" sz="2000" dirty="0"/>
          </a:p>
        </p:txBody>
      </p:sp>
      <p:sp>
        <p:nvSpPr>
          <p:cNvPr id="10" name="answer 436 ✓"/>
          <p:cNvSpPr/>
          <p:nvPr/>
        </p:nvSpPr>
        <p:spPr>
          <a:xfrm>
            <a:off x="3794760" y="393192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9476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2" name="answer 2944 ✗"/>
          <p:cNvSpPr/>
          <p:nvPr/>
        </p:nvSpPr>
        <p:spPr>
          <a:xfrm>
            <a:off x="5806440" y="393192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0644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4" name="answer 392 ✗"/>
          <p:cNvSpPr/>
          <p:nvPr/>
        </p:nvSpPr>
        <p:spPr>
          <a:xfrm>
            <a:off x="7818120" y="393192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6" name="answer 728 ✗"/>
          <p:cNvSpPr/>
          <p:nvPr/>
        </p:nvSpPr>
        <p:spPr>
          <a:xfrm>
            <a:off x="9829800" y="393192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82980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617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Write a program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</a:rPr>
              <a:t>the computer does the arithmetic</a:t>
            </a:r>
            <a:endParaRPr lang="en-US" sz="2000" dirty="0"/>
          </a:p>
        </p:txBody>
      </p:sp>
      <p:sp>
        <p:nvSpPr>
          <p:cNvPr id="19" name="answer 436 ✓"/>
          <p:cNvSpPr/>
          <p:nvPr/>
        </p:nvSpPr>
        <p:spPr>
          <a:xfrm>
            <a:off x="3794760" y="47091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94760" y="47091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5806440" y="47091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06440" y="47091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answer 436 ✓"/>
          <p:cNvSpPr/>
          <p:nvPr/>
        </p:nvSpPr>
        <p:spPr>
          <a:xfrm>
            <a:off x="7818120" y="47091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18120" y="47091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5" name="answer 436 ✓"/>
          <p:cNvSpPr/>
          <p:nvPr/>
        </p:nvSpPr>
        <p:spPr>
          <a:xfrm>
            <a:off x="9829800" y="47091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9800" y="47091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But programs can be silently wrong, and thinking is expensive. Goal: right answers, lowest cost.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found, each against the usual way</a:t>
            </a:r>
            <a:endParaRPr lang="en-US" sz="3600" dirty="0"/>
          </a:p>
        </p:txBody>
      </p:sp>
      <p:sp>
        <p:nvSpPr>
          <p:cNvPr id="3" name="1. Give the fact, not the manual"/>
          <p:cNvSpPr/>
          <p:nvPr/>
        </p:nvSpPr>
        <p:spPr>
          <a:xfrm>
            <a:off x="548640" y="132588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3560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1. Give the fact, not the manual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9280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0000"/>
                </a:solidFill>
              </a:rPr>
              <a:t>whole manual → RegisterUnaryLongLivingCallback ✗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0428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761D"/>
                </a:solidFill>
              </a:rPr>
              <a:t>5 exact lines → RegisterUnaryTransitCallback ✓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706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Routing solved: 23% → 77–90% (thinking longer: 3%)</a:t>
            </a:r>
            <a:endParaRPr lang="en-US" sz="1700" dirty="0"/>
          </a:p>
        </p:txBody>
      </p:sp>
      <p:sp>
        <p:nvSpPr>
          <p:cNvPr id="8" name="2. Two versions catch mistakes"/>
          <p:cNvSpPr/>
          <p:nvPr/>
        </p:nvSpPr>
        <p:spPr>
          <a:xfrm>
            <a:off x="6172200" y="132588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43560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2. Two versions catch mistakes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89280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761D"/>
                </a:solidFill>
              </a:rPr>
              <a:t>task only: the program prints 6 corners ✓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30428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0000"/>
                </a:solidFill>
              </a:rPr>
              <a:t>+ 8 unneeded helpers: prints 0 ✗ → differ → think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7706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99% at 4.3k tokens (always thinking: 98% at 5.9k)</a:t>
            </a:r>
            <a:endParaRPr lang="en-US" sz="1700" dirty="0"/>
          </a:p>
        </p:txBody>
      </p:sp>
      <p:sp>
        <p:nvSpPr>
          <p:cNvPr id="13" name="3. Think harder only when a check fails"/>
          <p:cNvSpPr/>
          <p:nvPr/>
        </p:nvSpPr>
        <p:spPr>
          <a:xfrm>
            <a:off x="548640" y="35204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63016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3. Think harder only when a check fails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08736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761D"/>
                </a:solidFill>
              </a:rPr>
              <a:t>"Make a triangle!": examples pass → submit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9884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0000"/>
                </a:solidFill>
              </a:rPr>
              <a:t>"Arrow": an example fails → think harder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9651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Contest geometry: same 66%, 18% fewer tokens</a:t>
            </a:r>
            <a:endParaRPr lang="en-US" sz="1700" dirty="0"/>
          </a:p>
        </p:txBody>
      </p:sp>
      <p:sp>
        <p:nvSpPr>
          <p:cNvPr id="18" name="4. Reuse a checked program"/>
          <p:cNvSpPr/>
          <p:nvPr/>
        </p:nvSpPr>
        <p:spPr>
          <a:xfrm>
            <a:off x="6172200" y="35204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363016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4. Reuse a checked program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8736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0000"/>
                </a:solidFill>
              </a:rPr>
              <a:t>a new program every day: valid on 7% of 48 days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4498848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8761D"/>
                </a:solidFill>
              </a:rPr>
              <a:t>one program checked on 8 past days: 94%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49651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Better and 3× cheaper (28k vs 86k tokens in total)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Facts and cheap checks beat thinking longer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a recipe from these findings</a:t>
            </a:r>
            <a:endParaRPr lang="en-US" sz="3600" dirty="0"/>
          </a:p>
        </p:txBody>
      </p:sp>
      <p:sp>
        <p:nvSpPr>
          <p:cNvPr id="3" name="step 1"/>
          <p:cNvSpPr/>
          <p:nvPr/>
        </p:nvSpPr>
        <p:spPr>
          <a:xfrm>
            <a:off x="548640" y="155448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685800" y="1828800"/>
            <a:ext cx="640080" cy="64008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4592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Write a program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529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right on 8 of 8 copies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2167128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tep 2"/>
          <p:cNvSpPr/>
          <p:nvPr/>
        </p:nvSpPr>
        <p:spPr>
          <a:xfrm>
            <a:off x="3566160" y="155448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10" name="badge 2"/>
          <p:cNvSpPr/>
          <p:nvPr/>
        </p:nvSpPr>
        <p:spPr>
          <a:xfrm>
            <a:off x="3703320" y="1828800"/>
            <a:ext cx="640080" cy="64008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33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645920"/>
            <a:ext cx="1783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Add the missing fact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529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23% → 77–90%; can be automatic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2167128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tep 3"/>
          <p:cNvSpPr/>
          <p:nvPr/>
        </p:nvSpPr>
        <p:spPr>
          <a:xfrm>
            <a:off x="6675120" y="155448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16" name="badge 3"/>
          <p:cNvSpPr/>
          <p:nvPr/>
        </p:nvSpPr>
        <p:spPr>
          <a:xfrm>
            <a:off x="6812280" y="1828800"/>
            <a:ext cx="640080" cy="64008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164592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Run a free check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8529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examples, or two versions agree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 flipV="1">
            <a:off x="9326880" y="1691640"/>
            <a:ext cx="365760" cy="22860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326880" y="2423160"/>
            <a:ext cx="365760" cy="27432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box pass → done"/>
          <p:cNvSpPr/>
          <p:nvPr/>
        </p:nvSpPr>
        <p:spPr>
          <a:xfrm>
            <a:off x="9692640" y="141732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65792" y="141732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pass → done</a:t>
            </a:r>
            <a:endParaRPr lang="en-US" sz="1600" dirty="0"/>
          </a:p>
        </p:txBody>
      </p:sp>
      <p:sp>
        <p:nvSpPr>
          <p:cNvPr id="24" name="box fail → 4. think hard"/>
          <p:cNvSpPr/>
          <p:nvPr/>
        </p:nvSpPr>
        <p:spPr>
          <a:xfrm>
            <a:off x="9692640" y="242316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65792" y="242316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fail → 4. think harder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 66%, 18% fewer tokens</a:t>
            </a:r>
            <a:endParaRPr lang="en-US" sz="1400" dirty="0"/>
          </a:p>
        </p:txBody>
      </p:sp>
      <p:sp>
        <p:nvSpPr>
          <p:cNvPr id="27" name="step 5"/>
          <p:cNvSpPr/>
          <p:nvPr/>
        </p:nvSpPr>
        <p:spPr>
          <a:xfrm>
            <a:off x="3566160" y="3931920"/>
            <a:ext cx="5760720" cy="1234440"/>
          </a:xfrm>
          <a:prstGeom prst="roundRect">
            <a:avLst>
              <a:gd name="adj" fmla="val 5926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28" name="badge 5"/>
          <p:cNvSpPr/>
          <p:nvPr/>
        </p:nvSpPr>
        <p:spPr>
          <a:xfrm>
            <a:off x="3703320" y="4206240"/>
            <a:ext cx="640080" cy="64008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0332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4434840" y="402336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Same problem again? Reuse the checked program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523036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valid plans 7% → 94%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Together: 87% solved at 2.5k tokens, vs 74% at 4.1k for "think longer on hard problems"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It pays off: more accurate, cheaper, small GPUs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624 geometry and optimization problems, 3 models: % solved · tokens per problem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 (Snell et al.)</a:t>
            </a:r>
            <a:endParaRPr lang="en-US" sz="1600" dirty="0"/>
          </a:p>
        </p:txBody>
      </p:sp>
      <p:sp>
        <p:nvSpPr>
          <p:cNvPr id="5" name="bar Think on hardest (Snell et al.)"/>
          <p:cNvSpPr/>
          <p:nvPr/>
        </p:nvSpPr>
        <p:spPr>
          <a:xfrm>
            <a:off x="3703320" y="1879092"/>
            <a:ext cx="1759306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54066" y="178308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the check fails</a:t>
            </a:r>
            <a:endParaRPr lang="en-US" sz="1600" dirty="0"/>
          </a:p>
        </p:txBody>
      </p:sp>
      <p:sp>
        <p:nvSpPr>
          <p:cNvPr id="8" name="bar Think when the check fails"/>
          <p:cNvSpPr/>
          <p:nvPr/>
        </p:nvSpPr>
        <p:spPr>
          <a:xfrm>
            <a:off x="3703320" y="2519172"/>
            <a:ext cx="1830629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5389" y="24231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1" name="bar Fix by failure type"/>
          <p:cNvSpPr/>
          <p:nvPr/>
        </p:nvSpPr>
        <p:spPr>
          <a:xfrm>
            <a:off x="3703320" y="3159252"/>
            <a:ext cx="1973275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8035" y="30632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14" name="bar Fact first, think on failure"/>
          <p:cNvSpPr/>
          <p:nvPr/>
        </p:nvSpPr>
        <p:spPr>
          <a:xfrm>
            <a:off x="3703320" y="3799332"/>
            <a:ext cx="2068373" cy="32004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3133" y="37033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1325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79% = 79%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1874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found automatically = hand-written, on a benchmark never used before (MAMO)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743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24 GB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2918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RTX 3090-class GPU: gpt-oss-20b and Qwen3-14B match Qwen3-32B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41605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30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7091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labelled problems pick the best policy for a new task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"Spend more on hard problems" loses to "facts first, think where the check fails"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Compared with published methods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194560"/>
                <a:gridCol w="29260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Spending thinking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by difficulty (Snell et al. 2025)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8761D"/>
                          </a:solidFill>
                        </a:rPr>
                        <a:t>87% · 2.5k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always high effort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8761D"/>
                          </a:solidFill>
                        </a:rPr>
                        <a:t>66.3% · 24.7k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Picking a program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8761D"/>
                          </a:solidFill>
                        </a:rPr>
                        <a:t>99.7% (symmetry check)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DRoC (ICLR 2025)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8761D"/>
                          </a:solidFill>
                        </a:rPr>
                        <a:t>77% · 1.7k (5 exact lines)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Dynamic Cheatsheet (own notes)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8761D"/>
                          </a:solidFill>
                        </a:rPr>
                        <a:t>94% (reuse)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All measured by us on the same problems and models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Where it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Proofs: a specialized 8B prover proves 74%, Qwen3-32B 13%; facts and thinking do not help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Automatic facts work only within one kind of problem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Checks leak: 24–37% of wrong programs pass the examples</a:t>
            </a:r>
            <a:endParaRPr lang="en-US" sz="18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Repeat the held-out test for 3 more models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Facts for each problem type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Final report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2026-10-19T07:49:28Z</dcterms:created>
  <dcterms:modified xsi:type="dcterms:W3CDTF">2026-10-19T07:49:28Z</dcterms:modified>
</cp:coreProperties>
</file>