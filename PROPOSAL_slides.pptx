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c5bb3fc-ff7e-a0df-1471-7ed9d84b178d}">
          <p14:sldIdLst>
            <p14:sldId id="256"/>
            <p14:sldId id="257"/>
            <p14:sldId id="258"/>
            <p14:sldId id="259"/>
            <p14:sldId id="260"/>
            <p14:sldId id="261"/>
            <p14:sldId id="262"/>
            <p14:sldId id="263"/>
            <p14:sldId id="264"/>
          </p14:sldIdLst>
        </p14:section>
        <p14:section name="Extra pages" id="{4002e3c2-9c1a-a10a-4eaf-416591ad2cd7}">
          <p14:sldIdLst>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Nine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10-20) answer the likely questions: 10 It pays off: no human, small GPU, 30 labels; 11 All policies, cost vs accuracy; 12 One fact helps small models most; 13 Reuse a checked program; 14 Proofs need a specialized model; 15 Compared with published methods; 16 Related research map; 17 Numbers reported in papers; 18 Where the recipe stops, and next; 19 All findings at a glance; 20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3.png"/><Relationship Id="rId6" Type="http://schemas.openxmlformats.org/officeDocument/2006/relationships/image" Target="../media/image-3-3.png"/><Relationship Id="rId7" Type="http://schemas.openxmlformats.org/officeDocument/2006/relationships/image" Target="../media/image-3-3.png"/><Relationship Id="rId8" Type="http://schemas.openxmlformats.org/officeDocument/2006/relationships/image" Target="../media/image-3-3.png"/><Relationship Id="rId9" Type="http://schemas.openxmlformats.org/officeDocument/2006/relationships/image" Target="../media/image-3-3.png"/><Relationship Id="rId10" Type="http://schemas.openxmlformats.org/officeDocument/2006/relationships/image" Target="../media/image-3-3.png"/><Relationship Id="rId11" Type="http://schemas.openxmlformats.org/officeDocument/2006/relationships/image" Target="../media/image-3-3.png"/><Relationship Id="rId12" Type="http://schemas.openxmlformats.org/officeDocument/2006/relationships/image" Target="../media/image-3-3.png"/><Relationship Id="rId13" Type="http://schemas.openxmlformats.org/officeDocument/2006/relationships/image" Target="../media/image-3-13.png"/><Relationship Id="rId14" Type="http://schemas.openxmlformats.org/officeDocument/2006/relationships/image" Target="../media/image-3-13.png"/><Relationship Id="rId15" Type="http://schemas.openxmlformats.org/officeDocument/2006/relationships/image" Target="../media/image-3-13.png"/><Relationship Id="rId16" Type="http://schemas.openxmlformats.org/officeDocument/2006/relationships/image" Target="../media/image-3-13.png"/><Relationship Id="rId17" Type="http://schemas.openxmlformats.org/officeDocument/2006/relationships/image" Target="../media/image-3-13.png"/><Relationship Id="rId18" Type="http://schemas.openxmlformats.org/officeDocument/2006/relationships/image" Target="../media/image-3-13.png"/><Relationship Id="rId19" Type="http://schemas.openxmlformats.org/officeDocument/2006/relationships/image" Target="../media/image-3-13.png"/><Relationship Id="rId20" Type="http://schemas.openxmlformats.org/officeDocument/2006/relationships/image" Target="../media/image-3-13.png"/><Relationship Id="rId21" Type="http://schemas.openxmlformats.org/officeDocument/2006/relationships/image" Target="../media/image-3-13.png"/><Relationship Id="rId22" Type="http://schemas.openxmlformats.org/officeDocument/2006/relationships/image" Target="../media/image-3-13.png"/><Relationship Id="rId23" Type="http://schemas.openxmlformats.org/officeDocument/2006/relationships/image" Target="../media/image-3-13.png"/><Relationship Id="rId24" Type="http://schemas.openxmlformats.org/officeDocument/2006/relationships/image" Target="../media/image-3-13.png"/><Relationship Id="rId25" Type="http://schemas.openxmlformats.org/officeDocument/2006/relationships/image" Target="../media/image-3-13.png"/><Relationship Id="rId26" Type="http://schemas.openxmlformats.org/officeDocument/2006/relationships/image" Target="../media/image-3-13.png"/><Relationship Id="rId27" Type="http://schemas.openxmlformats.org/officeDocument/2006/relationships/image" Target="../media/image-3-13.png"/><Relationship Id="rId28" Type="http://schemas.openxmlformats.org/officeDocument/2006/relationships/image" Target="../media/image-3-13.png"/><Relationship Id="rId29" Type="http://schemas.openxmlformats.org/officeDocument/2006/relationships/image" Target="../media/image-3-13.png"/><Relationship Id="rId30" Type="http://schemas.openxmlformats.org/officeDocument/2006/relationships/image" Target="../media/image-3-13.png"/><Relationship Id="rId31" Type="http://schemas.openxmlformats.org/officeDocument/2006/relationships/image" Target="../media/image-3-13.png"/><Relationship Id="rId32" Type="http://schemas.openxmlformats.org/officeDocument/2006/relationships/image" Target="../media/image-3-13.png"/><Relationship Id="rId33" Type="http://schemas.openxmlformats.org/officeDocument/2006/relationships/image" Target="../media/image-3-13.png"/><Relationship Id="rId34" Type="http://schemas.openxmlformats.org/officeDocument/2006/relationships/image" Target="../media/image-3-13.png"/><Relationship Id="rId35" Type="http://schemas.openxmlformats.org/officeDocument/2006/relationships/image" Target="../media/image-3-13.png"/><Relationship Id="rId36" Type="http://schemas.openxmlformats.org/officeDocument/2006/relationships/image" Target="../media/image-3-13.png"/><Relationship Id="rId37" Type="http://schemas.openxmlformats.org/officeDocument/2006/relationships/image" Target="../media/image-3-13.png"/><Relationship Id="rId38" Type="http://schemas.openxmlformats.org/officeDocument/2006/relationships/image" Target="../media/image-3-13.png"/><Relationship Id="rId39" Type="http://schemas.openxmlformats.org/officeDocument/2006/relationships/image" Target="../media/image-3-13.png"/><Relationship Id="rId40" Type="http://schemas.openxmlformats.org/officeDocument/2006/relationships/image" Target="../media/image-3-13.png"/><Relationship Id="rId41" Type="http://schemas.openxmlformats.org/officeDocument/2006/relationships/image" Target="../media/image-3-13.png"/><Relationship Id="rId42" Type="http://schemas.openxmlformats.org/officeDocument/2006/relationships/image" Target="../media/image-3-13.png"/><Relationship Id="rId43" Type="http://schemas.openxmlformats.org/officeDocument/2006/relationships/image" Target="../media/image-3-13.png"/><Relationship Id="rId44" Type="http://schemas.openxmlformats.org/officeDocument/2006/relationships/image" Target="../media/image-3-13.png"/><Relationship Id="rId45" Type="http://schemas.openxmlformats.org/officeDocument/2006/relationships/image" Target="../media/image-3-13.png"/><Relationship Id="rId46" Type="http://schemas.openxmlformats.org/officeDocument/2006/relationships/image" Target="../media/image-3-13.png"/><Relationship Id="rId47" Type="http://schemas.openxmlformats.org/officeDocument/2006/relationships/image" Target="../media/image-3-13.png"/><Relationship Id="rId48" Type="http://schemas.openxmlformats.org/officeDocument/2006/relationships/image" Target="../media/image-3-13.png"/><Relationship Id="rId49" Type="http://schemas.openxmlformats.org/officeDocument/2006/relationships/image" Target="../media/image-3-13.png"/><Relationship Id="rId50" Type="http://schemas.openxmlformats.org/officeDocument/2006/relationships/image" Target="../media/image-3-13.png"/><Relationship Id="rId51" Type="http://schemas.openxmlformats.org/officeDocument/2006/relationships/image" Target="../media/image-3-13.png"/><Relationship Id="rId52" Type="http://schemas.openxmlformats.org/officeDocument/2006/relationships/image" Target="../media/image-3-13.png"/><Relationship Id="rId53" Type="http://schemas.openxmlformats.org/officeDocument/2006/relationships/image" Target="../media/image-3-13.png"/><Relationship Id="rId54" Type="http://schemas.openxmlformats.org/officeDocument/2006/relationships/image" Target="../media/image-3-13.png"/><Relationship Id="rId55" Type="http://schemas.openxmlformats.org/officeDocument/2006/relationships/image" Target="../media/image-3-13.png"/><Relationship Id="rId56" Type="http://schemas.openxmlformats.org/officeDocument/2006/relationships/image" Target="../media/image-3-56.png"/><Relationship Id="rId57" Type="http://schemas.openxmlformats.org/officeDocument/2006/relationships/image" Target="../media/image-3-57.png"/><Relationship Id="rId58" Type="http://schemas.openxmlformats.org/officeDocument/2006/relationships/image" Target="../media/image-3-58.png"/><Relationship Id="rId59" Type="http://schemas.openxmlformats.org/officeDocument/2006/relationships/image" Target="../media/image-3-59.png"/><Relationship Id="rId60" Type="http://schemas.openxmlformats.org/officeDocument/2006/relationships/image" Target="../media/image-3-60.png"/><Relationship Id="rId61" Type="http://schemas.openxmlformats.org/officeDocument/2006/relationships/image" Target="../media/image-3-61.png"/><Relationship Id="rId62" Type="http://schemas.openxmlformats.org/officeDocument/2006/relationships/slideLayout" Target="../slideLayouts/slideLayout3.xml"/><Relationship Id="rId6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Related research map</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Numbers reported in papers</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Where the recipe stops, and next</a:t>
            </a:r>
            <a:endParaRPr lang="en-US" sz="1500" dirty="0"/>
          </a:p>
        </p:txBody>
      </p:sp>
      <p:sp>
        <p:nvSpPr>
          <p:cNvPr id="15" name="Text 13"/>
          <p:cNvSpPr txBox="1"/>
          <p:nvPr/>
        </p:nvSpPr>
        <p:spPr>
          <a:xfrm>
            <a:off x="54864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19  </a:t>
            </a:r>
            <a:pPr indent="0" marL="0">
              <a:buNone/>
            </a:pPr>
            <a:r>
              <a:rPr lang="en-US" sz="1500" dirty="0">
                <a:solidFill>
                  <a:schemeClr val="tx1"/>
                </a:solidFill>
              </a:rPr>
              <a:t>All findings at a glance</a:t>
            </a:r>
            <a:endParaRPr lang="en-US" sz="1500" dirty="0"/>
          </a:p>
        </p:txBody>
      </p:sp>
      <p:sp>
        <p:nvSpPr>
          <p:cNvPr id="16" name="Text 14"/>
          <p:cNvSpPr txBox="1"/>
          <p:nvPr/>
        </p:nvSpPr>
        <p:spPr>
          <a:xfrm>
            <a:off x="429768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20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2026-10-19T12:04:19Z</dcterms:created>
  <dcterms:modified xsi:type="dcterms:W3CDTF">2026-10-19T12:04:19Z</dcterms:modified>
</cp:coreProperties>
</file>