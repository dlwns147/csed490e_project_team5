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9a347ab-6550-1287-97a9-bdb1ce8a384d}">
          <p14:sldIdLst>
            <p14:sldId id="256"/>
            <p14:sldId id="257"/>
            <p14:sldId id="258"/>
          </p14:sldIdLst>
        </p14:section>
        <p14:section name="Findings" id="{bb1219d0-9c3b-d5be-56c3-897a83acd7d8}">
          <p14:sldIdLst>
            <p14:sldId id="259"/>
            <p14:sldId id="260"/>
            <p14:sldId id="261"/>
            <p14:sldId id="262"/>
            <p14:sldId id="263"/>
            <p14:sldId id="264"/>
            <p14:sldId id="265"/>
            <p14:sldId id="266"/>
          </p14:sldIdLst>
        </p14:section>
        <p14:section name="Method" id="{bf9f908b-e08a-1e2c-47ce-42be63ddd5b4}">
          <p14:sldIdLst>
            <p14:sldId id="267"/>
            <p14:sldId id="268"/>
            <p14:sldId id="269"/>
          </p14:sldIdLst>
        </p14:section>
        <p14:section name="Next" id="{b8bec9de-2351-4136-19b2-f9b358c3cf4b}">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next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2026-10-19T07:42:45Z</dcterms:created>
  <dcterms:modified xsi:type="dcterms:W3CDTF">2026-10-19T07:42:45Z</dcterms:modified>
</cp:coreProperties>
</file>