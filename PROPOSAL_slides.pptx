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104923b-327e-70d8-e5ad-8319af517bc8}">
          <p14:sldIdLst>
            <p14:sldId id="256"/>
            <p14:sldId id="257"/>
            <p14:sldId id="258"/>
            <p14:sldId id="259"/>
            <p14:sldId id="260"/>
            <p14:sldId id="261"/>
            <p14:sldId id="262"/>
            <p14:sldId id="263"/>
          </p14:sldIdLst>
        </p14:section>
        <p14:section name="Extra pages" id="{81ff0342-c6fd-bb70-2c9b-b8df67e0c03b}">
          <p14:sldIdLst>
            <p14:sldId id="264"/>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Eight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findings give one recipe, shown on a real problem: write a program, add the missing fact, run a free check, think harder only if it fails, reuse the checked program for the same kind of problem. 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9-17) answer the likely questions: 9 It pays off: no human, small GPU, 30 labels; 10 All policies, cost vs accuracy; 11 One fact helps small models most; 12 Reuse a checked program; 13 Proofs need a specialized model; 14 Compared with published methods; 15 Where the recipe stops, and next; 16 All findings at a glance; 17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9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Where the recipe stops, and next</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All findings at a glance</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2026-10-19T08:59:25Z</dcterms:created>
  <dcterms:modified xsi:type="dcterms:W3CDTF">2026-10-19T08:59:25Z</dcterms:modified>
</cp:coreProperties>
</file>